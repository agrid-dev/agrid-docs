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D4EA5F-45F8-48AB-9991-262962A37A25}">
  <a:tblStyle styleId="{74D4EA5F-45F8-48AB-9991-262962A37A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08dc6cb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308dc6cb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308dc6cb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308dc6cb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308dc6cb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308dc6cb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308dc6cbf_0_10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308dc6cbf_0_10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308dc6cbf_0_10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308dc6cbf_0_7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d308dc6cbf_0_7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d308dc6cbf_0_7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308dc6cbf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d308dc6cbf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d308dc6cbf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308dc6cbf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308dc6cbf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308dc6cbf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308dc6cbf_0_18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3d308dc6cbf_0_18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d308dc6cbf_0_18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d308dc6cbf_0_2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3d308dc6cbf_0_2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d308dc6cbf_0_2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d308dc6cbf_0_2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g3d308dc6cbf_0_2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d308dc6cbf_0_26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d308dc6cbf_0_29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2" name="Google Shape;1192;g3d308dc6cbf_0_29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d308dc6cbf_0_29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d308dc6cbf_0_15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g3d308dc6cbf_0_15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g3d308dc6cbf_0_15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d308dc6cbf_0_20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4" name="Google Shape;1454;g3d308dc6cbf_0_20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g3d308dc6cbf_0_20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d308dc6cbf_0_2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2" name="Google Shape;1612;g3d308dc6cbf_0_2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g3d308dc6cbf_0_23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3d308dc6cbf_0_27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g3d308dc6cbf_0_27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g3d308dc6cbf_0_27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3d308dc6cbf_0_40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4" name="Google Shape;1914;g3d308dc6cbf_0_40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g3d308dc6cbf_0_40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3d308dc6cbf_0_3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8" name="Google Shape;2068;g3d308dc6cbf_0_3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g3d308dc6cbf_0_3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g3d308dc6cbf_0_35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5" name="Google Shape;2225;g3d308dc6cbf_0_3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g3d308dc6cbf_0_35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3d308dc6cbf_0_39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5" name="Google Shape;2375;g3d308dc6cbf_0_39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g3d308dc6cbf_0_39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3d308dc6cbf_0_30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8" name="Google Shape;2488;g3d308dc6cbf_0_30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g3d308dc6cbf_0_30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g3d308dc6cbf_0_3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1" name="Google Shape;2651;g3d308dc6cbf_0_3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g3d308dc6cbf_0_34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d308dc6cbf_0_37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7" name="Google Shape;2807;g3d308dc6cbf_0_37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g3d308dc6cbf_0_37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d308dc6cbf_0_4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3" name="Google Shape;2963;g3d308dc6cbf_0_4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g3d308dc6cbf_0_4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3" name="Google Shape;29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g3d308dc6cbf_0_4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0" name="Google Shape;2990;g3d308dc6cbf_0_4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g3d308dc6cbf_0_4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g3d308dc6cbf_0_45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2" name="Google Shape;3102;g3d308dc6cbf_0_45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g3d308dc6cbf_0_45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g3d308dc6cbf_0_46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8" name="Google Shape;3218;g3d308dc6cbf_0_46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9" name="Google Shape;3219;g3d308dc6cbf_0_46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3d308dc6cbf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4" name="Google Shape;3334;g3d308dc6cbf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g3d308dc6cbf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a-grid.com" TargetMode="External"/><Relationship Id="rId4" Type="http://schemas.openxmlformats.org/officeDocument/2006/relationships/hyperlink" Target="http://docs.a-grid.com/fan-coil/agr25-01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8.xml"/><Relationship Id="rId4" Type="http://schemas.openxmlformats.org/officeDocument/2006/relationships/slide" Target="/ppt/slides/slide9.xml"/><Relationship Id="rId5" Type="http://schemas.openxmlformats.org/officeDocument/2006/relationships/slide" Target="/ppt/slides/slide10.xml"/><Relationship Id="rId6" Type="http://schemas.openxmlformats.org/officeDocument/2006/relationships/slide" Target="/ppt/slides/slide1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12.xml"/><Relationship Id="rId4" Type="http://schemas.openxmlformats.org/officeDocument/2006/relationships/slide" Target="/ppt/slides/slide13.xml"/><Relationship Id="rId10" Type="http://schemas.openxmlformats.org/officeDocument/2006/relationships/slide" Target="/ppt/slides/slide19.xml"/><Relationship Id="rId9" Type="http://schemas.openxmlformats.org/officeDocument/2006/relationships/slide" Target="/ppt/slides/slide18.xml"/><Relationship Id="rId5" Type="http://schemas.openxmlformats.org/officeDocument/2006/relationships/slide" Target="/ppt/slides/slide14.xml"/><Relationship Id="rId6" Type="http://schemas.openxmlformats.org/officeDocument/2006/relationships/slide" Target="/ppt/slides/slide15.xml"/><Relationship Id="rId7" Type="http://schemas.openxmlformats.org/officeDocument/2006/relationships/slide" Target="/ppt/slides/slide16.xml"/><Relationship Id="rId8" Type="http://schemas.openxmlformats.org/officeDocument/2006/relationships/slide" Target="/ppt/slides/slide1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0.xml"/><Relationship Id="rId4" Type="http://schemas.openxmlformats.org/officeDocument/2006/relationships/slide" Target="/ppt/slides/slide21.xml"/><Relationship Id="rId9" Type="http://schemas.openxmlformats.org/officeDocument/2006/relationships/slide" Target="/ppt/slides/slide26.xml"/><Relationship Id="rId5" Type="http://schemas.openxmlformats.org/officeDocument/2006/relationships/slide" Target="/ppt/slides/slide22.xml"/><Relationship Id="rId6" Type="http://schemas.openxmlformats.org/officeDocument/2006/relationships/slide" Target="/ppt/slides/slide23.xml"/><Relationship Id="rId7" Type="http://schemas.openxmlformats.org/officeDocument/2006/relationships/slide" Target="/ppt/slides/slide24.xml"/><Relationship Id="rId8" Type="http://schemas.openxmlformats.org/officeDocument/2006/relationships/slide" Target="/ppt/slides/slide2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docs.a-grid.com/fan-coil/agr25-01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AGRID</a:t>
            </a:r>
            <a:endParaRPr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6916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Fan Coil Thermostat — AGR25-01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37744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31520" y="2670396"/>
            <a:ext cx="768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Wiring Diagrams</a:t>
            </a:r>
            <a:endParaRPr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0" y="4206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a-grid.com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5" y="3826449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Full manual: </a:t>
            </a:r>
            <a:r>
              <a:rPr b="1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docs.a-grid.com/fan-coil/agr25-01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Support: </a:t>
            </a:r>
            <a:r>
              <a:rPr lang="en-US" sz="12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@a-grid.com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0" y="3744594"/>
            <a:ext cx="2286000" cy="36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2702" y="3813162"/>
            <a:ext cx="996849" cy="11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675875" y="4709225"/>
            <a:ext cx="137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 1.0 April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457200" y="5524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Terminal Block Overview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840105"/>
            <a:ext cx="2560200" cy="356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885825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Terminal Block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30352" y="1218667"/>
            <a:ext cx="114000" cy="114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73760" y="1168527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16330" y="1168527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0352" y="1425931"/>
            <a:ext cx="114000" cy="114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73760" y="1375791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16330" y="1375791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30352" y="1633195"/>
            <a:ext cx="114000" cy="114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73760" y="1583055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16330" y="1583055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Relay 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" y="1840459"/>
            <a:ext cx="114000" cy="114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73760" y="1790319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16330" y="1790319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Relay 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30352" y="2047723"/>
            <a:ext cx="114000" cy="114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73760" y="1997583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16330" y="1997583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Relay 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0352" y="2254987"/>
            <a:ext cx="114000" cy="114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73760" y="2204847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16330" y="2204847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Relay 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30352" y="2462251"/>
            <a:ext cx="114000" cy="114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73760" y="2412111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16330" y="2412111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Relay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0352" y="2669515"/>
            <a:ext cx="114000" cy="11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73760" y="2619375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116330" y="2619375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0V Reference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" y="2876779"/>
            <a:ext cx="114000" cy="11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73760" y="2826639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116330" y="2826639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0-10V Out 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" y="3084043"/>
            <a:ext cx="114000" cy="11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73760" y="3033903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116330" y="3033903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0-10V Out 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" y="3291307"/>
            <a:ext cx="114000" cy="11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73760" y="3241167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116330" y="3241167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0-10V Out 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0352" y="3498571"/>
            <a:ext cx="114000" cy="11400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73760" y="3448431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116330" y="3448431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Reserved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30352" y="3705835"/>
            <a:ext cx="114000" cy="11400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73760" y="3655695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116330" y="3655695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Reserved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30352" y="3913099"/>
            <a:ext cx="114000" cy="114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73760" y="3862959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116330" y="3862959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Sensor In 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0352" y="4120363"/>
            <a:ext cx="114000" cy="114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73760" y="4070223"/>
            <a:ext cx="502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16330" y="4070223"/>
            <a:ext cx="18288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Sensor In 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291840" y="840105"/>
            <a:ext cx="2743200" cy="155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291840" y="840105"/>
            <a:ext cx="2743200" cy="320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291840" y="84010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230V~ ZONE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29000" y="1205865"/>
            <a:ext cx="246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— Neutral conductor</a:t>
            </a:r>
            <a:endParaRPr b="0" i="0" sz="8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— Phase conductor</a:t>
            </a:r>
            <a:endParaRPr b="0" i="0" sz="8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RL1-RL5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— SPST-NO relay outputs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Max 5A (Ind.) 220-240V~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91840" y="2577465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291840" y="2577465"/>
            <a:ext cx="2743200" cy="320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291840" y="257746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VOLTAGE ZONE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429000" y="2943225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— 0V reference</a:t>
            </a:r>
            <a:endParaRPr b="0" i="0" sz="8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DAC1-DAC3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— 0-10V analog outputs</a:t>
            </a:r>
            <a:endParaRPr b="0" i="0" sz="8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S1, S2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— External sensor inputs</a:t>
            </a:r>
            <a:endParaRPr b="0" i="0" sz="8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B, A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— Reserved (do not connect)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309360" y="840105"/>
            <a:ext cx="2469000" cy="356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309360" y="840105"/>
            <a:ext cx="2469000" cy="320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309360" y="840105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WIRING SPECS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46520" y="12973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230V wires (N, L, RL1-5)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46520" y="14801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1.5 mm²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6446520" y="1727073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/>
          <p:nvPr/>
        </p:nvSpPr>
        <p:spPr>
          <a:xfrm>
            <a:off x="6446520" y="17545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LV wires (G, DAC, S1, S2)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46520" y="19373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0.5-0.75 mm²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6446520" y="2184273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/>
          <p:nvPr/>
        </p:nvSpPr>
        <p:spPr>
          <a:xfrm>
            <a:off x="6446520" y="22117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Max DAC cable length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46520" y="23945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20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6446520" y="2641473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6446520" y="26689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Max sensor cable length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46520" y="28517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20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6446520" y="3098673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4"/>
          <p:cNvSpPr/>
          <p:nvPr/>
        </p:nvSpPr>
        <p:spPr>
          <a:xfrm>
            <a:off x="6446520" y="31261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Wire type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46520" y="33089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Solid or crimped stranded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6446520" y="3555873"/>
            <a:ext cx="2103000" cy="0"/>
          </a:xfrm>
          <a:prstGeom prst="straightConnector1">
            <a:avLst/>
          </a:prstGeom>
          <a:noFill/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6446520" y="358330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Shielded cable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46520" y="3766185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Recommended &gt; 10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3400" y="4490075"/>
            <a:ext cx="8325000" cy="3201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Galvanic isolation between 230V zone (N, L, RL1-RL5) and LV zone (G, DAC, S1, S2)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735525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457200" y="3619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Legend &amp; Conventions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28650" y="666442"/>
            <a:ext cx="3840600" cy="2926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28650" y="666442"/>
            <a:ext cx="3840600" cy="320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28650" y="666442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ABBREVIATIONS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11530" y="1123642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51610" y="1123642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Fan High Speed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11530" y="1416250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51610" y="141625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Fan Medium Speed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11530" y="1708858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51610" y="1708858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Fan Low Speed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11530" y="2001466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151610" y="2001466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Hot Valve (Heating)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1530" y="2294074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151610" y="2294074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Cold Valve (Cooling)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11530" y="2586682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151610" y="2586682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Power contactor of </a:t>
            </a: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Electric Heater (Resistance)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11530" y="2879290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151610" y="287929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Fan (0-10V proportional)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11530" y="3171898"/>
            <a:ext cx="5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N/S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51610" y="3171898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Not Supported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34901" y="666437"/>
            <a:ext cx="42804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534901" y="666437"/>
            <a:ext cx="4280400" cy="320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TYPES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672050" y="1032202"/>
            <a:ext cx="3749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ON/OFF (Relay)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Via relay outputs RL1-RL5. Including 3-speed fan mode (3 relays, one per speed).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 (Proportional)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Via DAC outputs DAC1-DAC3. Proportional analog signal for modulating actuators.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8650" y="3667112"/>
            <a:ext cx="3840600" cy="12174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28650" y="3667112"/>
            <a:ext cx="3840600" cy="320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28650" y="3667112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SAFETY WARNINGS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9575" y="4040487"/>
            <a:ext cx="3578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Installation by qualified electrician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Disconnect power before wiring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All-pole disconnection device required (min 3mm gap)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Relay outputs = control signals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For electric heaters: use external power contactor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B and A terminals: do NOT connect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735525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34900" y="2247762"/>
            <a:ext cx="4280400" cy="2607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534951" y="2247762"/>
            <a:ext cx="4280400" cy="320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EQUIPMENTS</a:t>
            </a:r>
            <a:endParaRPr/>
          </a:p>
        </p:txBody>
      </p:sp>
      <p:pic>
        <p:nvPicPr>
          <p:cNvPr descr="/home/claude/picto_fan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295" y="2783909"/>
            <a:ext cx="347473" cy="347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icto_valve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295" y="3478047"/>
            <a:ext cx="347473" cy="347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icto_resistance.png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7295" y="4172172"/>
            <a:ext cx="347473" cy="34747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5208125" y="2729884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Fan 0 - 10V</a:t>
            </a:r>
            <a:b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Fan 3 Speeds: 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FH = Fan High  |  FM = Fan Medium  |  FL = Fan Low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08120" y="3506659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HV = Heat Valve </a:t>
            </a:r>
            <a:endParaRPr sz="9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CV = Cool Valve 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208120" y="4173647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HR = Heating Resistance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through an external power contactor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8556784" y="459638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367942" y="14043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List of configurations - No valves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82856" y="8625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Without valve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6"/>
          <p:cNvGraphicFramePr/>
          <p:nvPr/>
        </p:nvGraphicFramePr>
        <p:xfrm>
          <a:off x="382850" y="1136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440050"/>
                <a:gridCol w="1432825"/>
                <a:gridCol w="1215850"/>
                <a:gridCol w="1322625"/>
                <a:gridCol w="1521675"/>
                <a:gridCol w="18055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3"/>
                        </a:rPr>
                        <a:t>1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 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4"/>
                        </a:rPr>
                        <a:t>2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6"/>
          <p:cNvSpPr/>
          <p:nvPr/>
        </p:nvSpPr>
        <p:spPr>
          <a:xfrm>
            <a:off x="382849" y="265875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Without valve + Electric Heater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6"/>
          <p:cNvGraphicFramePr/>
          <p:nvPr/>
        </p:nvGraphicFramePr>
        <p:xfrm>
          <a:off x="382850" y="293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440050"/>
                <a:gridCol w="1432825"/>
                <a:gridCol w="1215850"/>
                <a:gridCol w="1322625"/>
                <a:gridCol w="1521675"/>
                <a:gridCol w="18055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5"/>
                        </a:rPr>
                        <a:t>3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 + Electric Heater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6"/>
                        </a:rPr>
                        <a:t>4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 + Electric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6"/>
          <p:cNvSpPr/>
          <p:nvPr/>
        </p:nvSpPr>
        <p:spPr>
          <a:xfrm>
            <a:off x="382858" y="3981244"/>
            <a:ext cx="8046600" cy="3201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735525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67942" y="95804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List of configurations - 2 pipes / 2 pipes + 2 wires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7"/>
          <p:cNvGraphicFramePr/>
          <p:nvPr/>
        </p:nvGraphicFramePr>
        <p:xfrm>
          <a:off x="371698" y="871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535300"/>
                <a:gridCol w="1309000"/>
                <a:gridCol w="1187275"/>
                <a:gridCol w="1351200"/>
                <a:gridCol w="1502625"/>
                <a:gridCol w="1853175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3"/>
                        </a:rPr>
                        <a:t>5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4"/>
                        </a:rPr>
                        <a:t>6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5"/>
                        </a:rPr>
                        <a:t>7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6"/>
                        </a:rPr>
                        <a:t>8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DAC3=Fan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7"/>
          <p:cNvSpPr/>
          <p:nvPr/>
        </p:nvSpPr>
        <p:spPr>
          <a:xfrm>
            <a:off x="6735525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38604" y="597629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2-pipe mixed - heat only - cool only  (2T) </a:t>
            </a:r>
            <a:endParaRPr i="1" sz="11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7"/>
          <p:cNvGraphicFramePr/>
          <p:nvPr/>
        </p:nvGraphicFramePr>
        <p:xfrm>
          <a:off x="394013" y="2910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512975"/>
                <a:gridCol w="1309000"/>
                <a:gridCol w="1187275"/>
                <a:gridCol w="1351200"/>
                <a:gridCol w="1502625"/>
                <a:gridCol w="187550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7"/>
                        </a:rPr>
                        <a:t>9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8"/>
                        </a:rPr>
                        <a:t>10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9"/>
                        </a:rPr>
                        <a:t>11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10"/>
                        </a:rPr>
                        <a:t>12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DAC3=Fan,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7"/>
          <p:cNvSpPr/>
          <p:nvPr/>
        </p:nvSpPr>
        <p:spPr>
          <a:xfrm>
            <a:off x="438612" y="2636431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2-pipe (mixed - heat only - cool only) + Electric Heater (2T + 2 wires) </a:t>
            </a:r>
            <a:endParaRPr i="1" sz="11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86562" y="4765900"/>
            <a:ext cx="8363400" cy="3201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367942" y="5607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List of configurations - 4 pipes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8"/>
          <p:cNvGraphicFramePr/>
          <p:nvPr/>
        </p:nvGraphicFramePr>
        <p:xfrm>
          <a:off x="364243" y="7379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478575"/>
                <a:gridCol w="1396625"/>
                <a:gridCol w="1109175"/>
                <a:gridCol w="1236900"/>
                <a:gridCol w="1288050"/>
                <a:gridCol w="1681975"/>
                <a:gridCol w="11870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3"/>
                        </a:rPr>
                        <a:t>13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Fan + 2 Valves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RL4=HV, RL5=CV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4"/>
                        </a:rPr>
                        <a:t>14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DAC2=CV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5"/>
                        </a:rPr>
                        <a:t>15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RL5=CV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6"/>
                        </a:rPr>
                        <a:t>16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DAC2=CV, DAC3=Fan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8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83517" y="46372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-pipe (4T) </a:t>
            </a:r>
            <a:endParaRPr i="1" sz="11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75375" y="2599699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-pipe + Electric Heater (4T + 2 wires) </a:t>
            </a:r>
            <a:endParaRPr i="1" sz="11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345635" y="2888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497200"/>
                <a:gridCol w="1396625"/>
                <a:gridCol w="1109175"/>
                <a:gridCol w="1236900"/>
                <a:gridCol w="1288050"/>
                <a:gridCol w="1681975"/>
                <a:gridCol w="11683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7"/>
                        </a:rPr>
                        <a:t>17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DAC2=CV,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8"/>
                        </a:rPr>
                        <a:t>18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RL5=CV,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RL3=HR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action="ppaction://hlinksldjump" r:id="rId9"/>
                        </a:rPr>
                        <a:t>19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DAC2=CV, DAC3=Fan, 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</a:t>
                      </a: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🔗</a:t>
                      </a:r>
                      <a:endParaRPr b="1" sz="900">
                        <a:solidFill>
                          <a:srgbClr val="1A27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N/S</a:t>
                      </a:r>
                      <a:br>
                        <a:rPr b="1" lang="en-US" sz="9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7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(Not enough relays)</a:t>
                      </a:r>
                      <a:endParaRPr sz="7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E8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8"/>
          <p:cNvSpPr/>
          <p:nvPr/>
        </p:nvSpPr>
        <p:spPr>
          <a:xfrm>
            <a:off x="349350" y="4733975"/>
            <a:ext cx="8378400" cy="3201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31525" y="866776"/>
            <a:ext cx="76809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Detailed wiring schematics</a:t>
            </a:r>
            <a:endParaRPr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657600" y="2743200"/>
            <a:ext cx="18288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731520" y="3316965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Fan Coil Thermostat — AGR25-01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0"/>
          <p:cNvGraphicFramePr/>
          <p:nvPr/>
        </p:nvGraphicFramePr>
        <p:xfrm>
          <a:off x="382850" y="70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0"/>
          <p:cNvSpPr/>
          <p:nvPr/>
        </p:nvSpPr>
        <p:spPr>
          <a:xfrm>
            <a:off x="2590858" y="4583072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0"/>
          <p:cNvGrpSpPr/>
          <p:nvPr/>
        </p:nvGrpSpPr>
        <p:grpSpPr>
          <a:xfrm>
            <a:off x="2884561" y="4669236"/>
            <a:ext cx="187767" cy="180167"/>
            <a:chOff x="7021900" y="938575"/>
            <a:chExt cx="243600" cy="243600"/>
          </a:xfrm>
        </p:grpSpPr>
        <p:sp>
          <p:nvSpPr>
            <p:cNvPr id="214" name="Google Shape;214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10"/>
            <p:cNvCxnSpPr>
              <a:stCxn id="214" idx="0"/>
              <a:endCxn id="2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10"/>
            <p:cNvCxnSpPr>
              <a:stCxn id="214" idx="2"/>
              <a:endCxn id="2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7" name="Google Shape;217;p10"/>
          <p:cNvSpPr/>
          <p:nvPr/>
        </p:nvSpPr>
        <p:spPr>
          <a:xfrm>
            <a:off x="2590860" y="2995413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3233756" y="3357144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10"/>
          <p:cNvGrpSpPr/>
          <p:nvPr/>
        </p:nvGrpSpPr>
        <p:grpSpPr>
          <a:xfrm>
            <a:off x="4537823" y="3081593"/>
            <a:ext cx="187767" cy="180167"/>
            <a:chOff x="7021900" y="938575"/>
            <a:chExt cx="243600" cy="243600"/>
          </a:xfrm>
        </p:grpSpPr>
        <p:sp>
          <p:nvSpPr>
            <p:cNvPr id="220" name="Google Shape;220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" name="Google Shape;221;p10"/>
            <p:cNvCxnSpPr>
              <a:stCxn id="220" idx="0"/>
              <a:endCxn id="22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10"/>
            <p:cNvCxnSpPr>
              <a:stCxn id="220" idx="2"/>
              <a:endCxn id="22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3" name="Google Shape;223;p10"/>
          <p:cNvGrpSpPr/>
          <p:nvPr/>
        </p:nvGrpSpPr>
        <p:grpSpPr>
          <a:xfrm>
            <a:off x="3943324" y="3081593"/>
            <a:ext cx="187767" cy="180167"/>
            <a:chOff x="7021900" y="938575"/>
            <a:chExt cx="243600" cy="243600"/>
          </a:xfrm>
        </p:grpSpPr>
        <p:sp>
          <p:nvSpPr>
            <p:cNvPr id="224" name="Google Shape;224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10"/>
            <p:cNvCxnSpPr>
              <a:stCxn id="224" idx="0"/>
              <a:endCxn id="22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10"/>
            <p:cNvCxnSpPr>
              <a:stCxn id="224" idx="2"/>
              <a:endCxn id="22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" name="Google Shape;227;p10"/>
          <p:cNvGrpSpPr/>
          <p:nvPr/>
        </p:nvGrpSpPr>
        <p:grpSpPr>
          <a:xfrm>
            <a:off x="3364095" y="3081593"/>
            <a:ext cx="187767" cy="180167"/>
            <a:chOff x="7021900" y="938575"/>
            <a:chExt cx="243600" cy="243600"/>
          </a:xfrm>
        </p:grpSpPr>
        <p:sp>
          <p:nvSpPr>
            <p:cNvPr id="228" name="Google Shape;228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10"/>
            <p:cNvCxnSpPr>
              <a:stCxn id="228" idx="0"/>
              <a:endCxn id="22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0"/>
            <p:cNvCxnSpPr>
              <a:stCxn id="228" idx="2"/>
              <a:endCxn id="22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1" name="Google Shape;231;p10"/>
          <p:cNvGrpSpPr/>
          <p:nvPr/>
        </p:nvGrpSpPr>
        <p:grpSpPr>
          <a:xfrm>
            <a:off x="2758951" y="3081593"/>
            <a:ext cx="187767" cy="180167"/>
            <a:chOff x="7021900" y="938575"/>
            <a:chExt cx="243600" cy="243600"/>
          </a:xfrm>
        </p:grpSpPr>
        <p:sp>
          <p:nvSpPr>
            <p:cNvPr id="232" name="Google Shape;232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p10"/>
            <p:cNvCxnSpPr>
              <a:stCxn id="232" idx="0"/>
              <a:endCxn id="23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0"/>
            <p:cNvCxnSpPr>
              <a:stCxn id="232" idx="2"/>
              <a:endCxn id="23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5" name="Google Shape;235;p10"/>
          <p:cNvGrpSpPr/>
          <p:nvPr/>
        </p:nvGrpSpPr>
        <p:grpSpPr>
          <a:xfrm>
            <a:off x="5096942" y="3081593"/>
            <a:ext cx="187767" cy="180167"/>
            <a:chOff x="7021900" y="938575"/>
            <a:chExt cx="243600" cy="243600"/>
          </a:xfrm>
        </p:grpSpPr>
        <p:sp>
          <p:nvSpPr>
            <p:cNvPr id="236" name="Google Shape;236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10"/>
            <p:cNvCxnSpPr>
              <a:stCxn id="236" idx="0"/>
              <a:endCxn id="23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>
              <a:stCxn id="236" idx="2"/>
              <a:endCxn id="23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9" name="Google Shape;239;p10"/>
          <p:cNvGrpSpPr/>
          <p:nvPr/>
        </p:nvGrpSpPr>
        <p:grpSpPr>
          <a:xfrm>
            <a:off x="5667699" y="3081593"/>
            <a:ext cx="187767" cy="180167"/>
            <a:chOff x="7021900" y="938575"/>
            <a:chExt cx="243600" cy="243600"/>
          </a:xfrm>
        </p:grpSpPr>
        <p:sp>
          <p:nvSpPr>
            <p:cNvPr id="240" name="Google Shape;240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0"/>
            <p:cNvCxnSpPr>
              <a:stCxn id="240" idx="0"/>
              <a:endCxn id="24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>
              <a:stCxn id="240" idx="2"/>
              <a:endCxn id="24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3" name="Google Shape;243;p10"/>
          <p:cNvGrpSpPr/>
          <p:nvPr/>
        </p:nvGrpSpPr>
        <p:grpSpPr>
          <a:xfrm>
            <a:off x="6238457" y="3081593"/>
            <a:ext cx="187767" cy="180167"/>
            <a:chOff x="7021900" y="938575"/>
            <a:chExt cx="243600" cy="243600"/>
          </a:xfrm>
        </p:grpSpPr>
        <p:sp>
          <p:nvSpPr>
            <p:cNvPr id="244" name="Google Shape;244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5" name="Google Shape;245;p10"/>
            <p:cNvCxnSpPr>
              <a:stCxn id="244" idx="0"/>
              <a:endCxn id="24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>
              <a:stCxn id="244" idx="2"/>
              <a:endCxn id="24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7" name="Google Shape;247;p10"/>
          <p:cNvGrpSpPr/>
          <p:nvPr/>
        </p:nvGrpSpPr>
        <p:grpSpPr>
          <a:xfrm>
            <a:off x="4268114" y="4669236"/>
            <a:ext cx="187767" cy="180167"/>
            <a:chOff x="7021900" y="938575"/>
            <a:chExt cx="243600" cy="243600"/>
          </a:xfrm>
        </p:grpSpPr>
        <p:sp>
          <p:nvSpPr>
            <p:cNvPr id="248" name="Google Shape;248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p10"/>
            <p:cNvCxnSpPr>
              <a:stCxn id="248" idx="0"/>
              <a:endCxn id="24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>
              <a:stCxn id="248" idx="2"/>
              <a:endCxn id="24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1" name="Google Shape;251;p10"/>
          <p:cNvGrpSpPr/>
          <p:nvPr/>
        </p:nvGrpSpPr>
        <p:grpSpPr>
          <a:xfrm>
            <a:off x="3806930" y="4669236"/>
            <a:ext cx="187767" cy="180167"/>
            <a:chOff x="7021900" y="938575"/>
            <a:chExt cx="243600" cy="243600"/>
          </a:xfrm>
        </p:grpSpPr>
        <p:sp>
          <p:nvSpPr>
            <p:cNvPr id="252" name="Google Shape;252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" name="Google Shape;253;p10"/>
            <p:cNvCxnSpPr>
              <a:stCxn id="252" idx="0"/>
              <a:endCxn id="25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>
              <a:stCxn id="252" idx="2"/>
              <a:endCxn id="25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5" name="Google Shape;255;p10"/>
          <p:cNvGrpSpPr/>
          <p:nvPr/>
        </p:nvGrpSpPr>
        <p:grpSpPr>
          <a:xfrm>
            <a:off x="3345745" y="4669236"/>
            <a:ext cx="187767" cy="180167"/>
            <a:chOff x="7021900" y="938575"/>
            <a:chExt cx="243600" cy="243600"/>
          </a:xfrm>
        </p:grpSpPr>
        <p:sp>
          <p:nvSpPr>
            <p:cNvPr id="256" name="Google Shape;256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" name="Google Shape;257;p10"/>
            <p:cNvCxnSpPr>
              <a:stCxn id="256" idx="0"/>
              <a:endCxn id="25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10"/>
            <p:cNvCxnSpPr>
              <a:stCxn id="256" idx="2"/>
              <a:endCxn id="25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9" name="Google Shape;259;p10"/>
          <p:cNvGrpSpPr/>
          <p:nvPr/>
        </p:nvGrpSpPr>
        <p:grpSpPr>
          <a:xfrm>
            <a:off x="4729298" y="4669236"/>
            <a:ext cx="187767" cy="180167"/>
            <a:chOff x="7021900" y="938575"/>
            <a:chExt cx="243600" cy="243600"/>
          </a:xfrm>
        </p:grpSpPr>
        <p:sp>
          <p:nvSpPr>
            <p:cNvPr id="260" name="Google Shape;260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" name="Google Shape;261;p10"/>
            <p:cNvCxnSpPr>
              <a:stCxn id="260" idx="0"/>
              <a:endCxn id="26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10"/>
            <p:cNvCxnSpPr>
              <a:stCxn id="260" idx="2"/>
              <a:endCxn id="26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3" name="Google Shape;263;p10"/>
          <p:cNvGrpSpPr/>
          <p:nvPr/>
        </p:nvGrpSpPr>
        <p:grpSpPr>
          <a:xfrm>
            <a:off x="5190483" y="4669236"/>
            <a:ext cx="187767" cy="180167"/>
            <a:chOff x="7021900" y="938575"/>
            <a:chExt cx="243600" cy="243600"/>
          </a:xfrm>
        </p:grpSpPr>
        <p:sp>
          <p:nvSpPr>
            <p:cNvPr id="264" name="Google Shape;264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" name="Google Shape;265;p10"/>
            <p:cNvCxnSpPr>
              <a:stCxn id="264" idx="0"/>
              <a:endCxn id="26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0"/>
            <p:cNvCxnSpPr>
              <a:stCxn id="264" idx="2"/>
              <a:endCxn id="26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7" name="Google Shape;267;p10"/>
          <p:cNvGrpSpPr/>
          <p:nvPr/>
        </p:nvGrpSpPr>
        <p:grpSpPr>
          <a:xfrm>
            <a:off x="5651667" y="4669236"/>
            <a:ext cx="187767" cy="180167"/>
            <a:chOff x="7021900" y="938575"/>
            <a:chExt cx="243600" cy="243600"/>
          </a:xfrm>
        </p:grpSpPr>
        <p:sp>
          <p:nvSpPr>
            <p:cNvPr id="268" name="Google Shape;268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" name="Google Shape;269;p10"/>
            <p:cNvCxnSpPr>
              <a:stCxn id="268" idx="0"/>
              <a:endCxn id="26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0"/>
            <p:cNvCxnSpPr>
              <a:stCxn id="268" idx="2"/>
              <a:endCxn id="26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" name="Google Shape;271;p10"/>
          <p:cNvGrpSpPr/>
          <p:nvPr/>
        </p:nvGrpSpPr>
        <p:grpSpPr>
          <a:xfrm>
            <a:off x="6112851" y="4669236"/>
            <a:ext cx="187767" cy="180167"/>
            <a:chOff x="7021900" y="938575"/>
            <a:chExt cx="243600" cy="243600"/>
          </a:xfrm>
        </p:grpSpPr>
        <p:sp>
          <p:nvSpPr>
            <p:cNvPr id="272" name="Google Shape;272;p1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" name="Google Shape;273;p10"/>
            <p:cNvCxnSpPr>
              <a:stCxn id="272" idx="0"/>
              <a:endCxn id="27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10"/>
            <p:cNvCxnSpPr>
              <a:stCxn id="272" idx="2"/>
              <a:endCxn id="27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5" name="Google Shape;275;p10"/>
          <p:cNvSpPr txBox="1"/>
          <p:nvPr/>
        </p:nvSpPr>
        <p:spPr>
          <a:xfrm>
            <a:off x="2695806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3156990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3618174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4079359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4540543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5001728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5462912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5924096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2002680" y="1647953"/>
            <a:ext cx="44625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0"/>
          <p:cNvCxnSpPr/>
          <p:nvPr/>
        </p:nvCxnSpPr>
        <p:spPr>
          <a:xfrm>
            <a:off x="2002680" y="1878093"/>
            <a:ext cx="4467300" cy="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10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802" y="2128288"/>
            <a:ext cx="525356" cy="5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1695661" y="172798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1695661" y="149784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0"/>
          <p:cNvCxnSpPr/>
          <p:nvPr/>
        </p:nvCxnSpPr>
        <p:spPr>
          <a:xfrm rot="10800000">
            <a:off x="2852688" y="1878294"/>
            <a:ext cx="0" cy="11145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0"/>
          <p:cNvCxnSpPr/>
          <p:nvPr/>
        </p:nvCxnSpPr>
        <p:spPr>
          <a:xfrm rot="10800000">
            <a:off x="3458178" y="1657722"/>
            <a:ext cx="0" cy="13344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0"/>
          <p:cNvSpPr/>
          <p:nvPr/>
        </p:nvSpPr>
        <p:spPr>
          <a:xfrm>
            <a:off x="3429592" y="1620438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2824129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0"/>
          <p:cNvCxnSpPr>
            <a:endCxn id="285" idx="2"/>
          </p:cNvCxnSpPr>
          <p:nvPr/>
        </p:nvCxnSpPr>
        <p:spPr>
          <a:xfrm rot="10800000">
            <a:off x="4630479" y="2632393"/>
            <a:ext cx="0" cy="3537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0"/>
          <p:cNvCxnSpPr/>
          <p:nvPr/>
        </p:nvCxnSpPr>
        <p:spPr>
          <a:xfrm rot="10800000">
            <a:off x="4040317" y="2805548"/>
            <a:ext cx="0" cy="1899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0"/>
          <p:cNvCxnSpPr/>
          <p:nvPr/>
        </p:nvCxnSpPr>
        <p:spPr>
          <a:xfrm rot="10800000">
            <a:off x="5189270" y="2806085"/>
            <a:ext cx="0" cy="1938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10"/>
          <p:cNvCxnSpPr/>
          <p:nvPr/>
        </p:nvCxnSpPr>
        <p:spPr>
          <a:xfrm rot="10800000">
            <a:off x="4845544" y="2512994"/>
            <a:ext cx="346500" cy="2994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0"/>
          <p:cNvCxnSpPr/>
          <p:nvPr/>
        </p:nvCxnSpPr>
        <p:spPr>
          <a:xfrm flipH="1" rot="10800000">
            <a:off x="4037946" y="2514445"/>
            <a:ext cx="377400" cy="301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0"/>
          <p:cNvSpPr txBox="1"/>
          <p:nvPr/>
        </p:nvSpPr>
        <p:spPr>
          <a:xfrm>
            <a:off x="3689948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4270918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4821794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10"/>
          <p:cNvGrpSpPr/>
          <p:nvPr/>
        </p:nvGrpSpPr>
        <p:grpSpPr>
          <a:xfrm>
            <a:off x="3922001" y="3347855"/>
            <a:ext cx="137425" cy="744114"/>
            <a:chOff x="5994550" y="3527588"/>
            <a:chExt cx="229500" cy="1242675"/>
          </a:xfrm>
        </p:grpSpPr>
        <p:cxnSp>
          <p:nvCxnSpPr>
            <p:cNvPr id="301" name="Google Shape;301;p1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1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10"/>
          <p:cNvGrpSpPr/>
          <p:nvPr/>
        </p:nvGrpSpPr>
        <p:grpSpPr>
          <a:xfrm>
            <a:off x="4516303" y="3347855"/>
            <a:ext cx="137425" cy="744114"/>
            <a:chOff x="5994550" y="3527588"/>
            <a:chExt cx="229500" cy="1242675"/>
          </a:xfrm>
        </p:grpSpPr>
        <p:cxnSp>
          <p:nvCxnSpPr>
            <p:cNvPr id="307" name="Google Shape;307;p1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1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1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1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10"/>
          <p:cNvGrpSpPr/>
          <p:nvPr/>
        </p:nvGrpSpPr>
        <p:grpSpPr>
          <a:xfrm>
            <a:off x="5075514" y="3343379"/>
            <a:ext cx="137425" cy="744114"/>
            <a:chOff x="5994550" y="3527588"/>
            <a:chExt cx="229500" cy="1242675"/>
          </a:xfrm>
        </p:grpSpPr>
        <p:cxnSp>
          <p:nvCxnSpPr>
            <p:cNvPr id="313" name="Google Shape;313;p1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" name="Google Shape;314;p1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1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6" name="Google Shape;316;p1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0"/>
          <p:cNvGrpSpPr/>
          <p:nvPr/>
        </p:nvGrpSpPr>
        <p:grpSpPr>
          <a:xfrm>
            <a:off x="5646297" y="3351029"/>
            <a:ext cx="137425" cy="744114"/>
            <a:chOff x="5994550" y="3527588"/>
            <a:chExt cx="229500" cy="1242675"/>
          </a:xfrm>
        </p:grpSpPr>
        <p:cxnSp>
          <p:nvCxnSpPr>
            <p:cNvPr id="319" name="Google Shape;319;p1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1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1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2" name="Google Shape;322;p1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0"/>
          <p:cNvGrpSpPr/>
          <p:nvPr/>
        </p:nvGrpSpPr>
        <p:grpSpPr>
          <a:xfrm>
            <a:off x="6217081" y="3343379"/>
            <a:ext cx="137425" cy="744114"/>
            <a:chOff x="5994550" y="3527588"/>
            <a:chExt cx="229500" cy="1242675"/>
          </a:xfrm>
        </p:grpSpPr>
        <p:cxnSp>
          <p:nvCxnSpPr>
            <p:cNvPr id="325" name="Google Shape;325;p1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1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1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1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0" name="Google Shape;330;p10"/>
          <p:cNvCxnSpPr/>
          <p:nvPr/>
        </p:nvCxnSpPr>
        <p:spPr>
          <a:xfrm rot="10800000">
            <a:off x="3451568" y="4094853"/>
            <a:ext cx="28896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3459706" y="3352518"/>
            <a:ext cx="0" cy="7437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0"/>
          <p:cNvSpPr/>
          <p:nvPr/>
        </p:nvSpPr>
        <p:spPr>
          <a:xfrm>
            <a:off x="6303742" y="4060845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729890" y="4072410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163366" y="4072402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603316" y="4069289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002943" y="4072417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3741448" y="3357150"/>
            <a:ext cx="296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4333501" y="3339525"/>
            <a:ext cx="296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4903377" y="3337750"/>
            <a:ext cx="296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5448800" y="3336600"/>
            <a:ext cx="296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6043100" y="3336600"/>
            <a:ext cx="296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2611136" y="3336589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10"/>
          <p:cNvCxnSpPr>
            <a:stCxn id="285" idx="0"/>
          </p:cNvCxnSpPr>
          <p:nvPr/>
        </p:nvCxnSpPr>
        <p:spPr>
          <a:xfrm rot="10800000">
            <a:off x="4630479" y="1883188"/>
            <a:ext cx="0" cy="2451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0"/>
          <p:cNvSpPr/>
          <p:nvPr/>
        </p:nvSpPr>
        <p:spPr>
          <a:xfrm>
            <a:off x="4601917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4266027" y="1912979"/>
            <a:ext cx="346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#2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11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11"/>
          <p:cNvSpPr/>
          <p:nvPr/>
        </p:nvSpPr>
        <p:spPr>
          <a:xfrm>
            <a:off x="3087973" y="3726441"/>
            <a:ext cx="3658500" cy="322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56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11"/>
          <p:cNvGrpSpPr/>
          <p:nvPr/>
        </p:nvGrpSpPr>
        <p:grpSpPr>
          <a:xfrm>
            <a:off x="3356290" y="3805172"/>
            <a:ext cx="171567" cy="164625"/>
            <a:chOff x="7021900" y="938575"/>
            <a:chExt cx="243600" cy="243600"/>
          </a:xfrm>
        </p:grpSpPr>
        <p:sp>
          <p:nvSpPr>
            <p:cNvPr id="357" name="Google Shape;357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11"/>
            <p:cNvCxnSpPr>
              <a:stCxn id="357" idx="0"/>
              <a:endCxn id="35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11"/>
            <p:cNvCxnSpPr>
              <a:stCxn id="357" idx="2"/>
              <a:endCxn id="35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0" name="Google Shape;360;p11"/>
          <p:cNvSpPr/>
          <p:nvPr/>
        </p:nvSpPr>
        <p:spPr>
          <a:xfrm>
            <a:off x="3087975" y="2690619"/>
            <a:ext cx="3658500" cy="322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56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11"/>
          <p:cNvGrpSpPr/>
          <p:nvPr/>
        </p:nvGrpSpPr>
        <p:grpSpPr>
          <a:xfrm>
            <a:off x="4866934" y="2769365"/>
            <a:ext cx="171567" cy="164625"/>
            <a:chOff x="7021900" y="938575"/>
            <a:chExt cx="243600" cy="243600"/>
          </a:xfrm>
        </p:grpSpPr>
        <p:sp>
          <p:nvSpPr>
            <p:cNvPr id="362" name="Google Shape;362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3" name="Google Shape;363;p11"/>
            <p:cNvCxnSpPr>
              <a:stCxn id="362" idx="0"/>
              <a:endCxn id="36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11"/>
            <p:cNvCxnSpPr>
              <a:stCxn id="362" idx="2"/>
              <a:endCxn id="36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5" name="Google Shape;365;p11"/>
          <p:cNvGrpSpPr/>
          <p:nvPr/>
        </p:nvGrpSpPr>
        <p:grpSpPr>
          <a:xfrm>
            <a:off x="4323720" y="2769365"/>
            <a:ext cx="171567" cy="164625"/>
            <a:chOff x="7021900" y="938575"/>
            <a:chExt cx="243600" cy="243600"/>
          </a:xfrm>
        </p:grpSpPr>
        <p:sp>
          <p:nvSpPr>
            <p:cNvPr id="366" name="Google Shape;366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7" name="Google Shape;367;p11"/>
            <p:cNvCxnSpPr>
              <a:stCxn id="366" idx="0"/>
              <a:endCxn id="36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11"/>
            <p:cNvCxnSpPr>
              <a:stCxn id="366" idx="2"/>
              <a:endCxn id="36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9" name="Google Shape;369;p11"/>
          <p:cNvGrpSpPr/>
          <p:nvPr/>
        </p:nvGrpSpPr>
        <p:grpSpPr>
          <a:xfrm>
            <a:off x="3794457" y="2769365"/>
            <a:ext cx="171567" cy="164625"/>
            <a:chOff x="7021900" y="938575"/>
            <a:chExt cx="243600" cy="243600"/>
          </a:xfrm>
        </p:grpSpPr>
        <p:sp>
          <p:nvSpPr>
            <p:cNvPr id="370" name="Google Shape;370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1" name="Google Shape;371;p11"/>
            <p:cNvCxnSpPr>
              <a:stCxn id="370" idx="0"/>
              <a:endCxn id="37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11"/>
            <p:cNvCxnSpPr>
              <a:stCxn id="370" idx="2"/>
              <a:endCxn id="37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73" name="Google Shape;373;p11"/>
          <p:cNvGrpSpPr/>
          <p:nvPr/>
        </p:nvGrpSpPr>
        <p:grpSpPr>
          <a:xfrm>
            <a:off x="3241516" y="2769365"/>
            <a:ext cx="171567" cy="164625"/>
            <a:chOff x="7021900" y="938575"/>
            <a:chExt cx="243600" cy="243600"/>
          </a:xfrm>
        </p:grpSpPr>
        <p:sp>
          <p:nvSpPr>
            <p:cNvPr id="374" name="Google Shape;374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11"/>
            <p:cNvCxnSpPr>
              <a:stCxn id="374" idx="0"/>
              <a:endCxn id="37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11"/>
            <p:cNvCxnSpPr>
              <a:stCxn id="374" idx="2"/>
              <a:endCxn id="37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77" name="Google Shape;377;p11"/>
          <p:cNvGrpSpPr/>
          <p:nvPr/>
        </p:nvGrpSpPr>
        <p:grpSpPr>
          <a:xfrm>
            <a:off x="5377821" y="2769365"/>
            <a:ext cx="171567" cy="164625"/>
            <a:chOff x="7021900" y="938575"/>
            <a:chExt cx="243600" cy="243600"/>
          </a:xfrm>
        </p:grpSpPr>
        <p:sp>
          <p:nvSpPr>
            <p:cNvPr id="378" name="Google Shape;378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11"/>
            <p:cNvCxnSpPr>
              <a:stCxn id="378" idx="0"/>
              <a:endCxn id="37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1"/>
            <p:cNvCxnSpPr>
              <a:stCxn id="378" idx="2"/>
              <a:endCxn id="37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1" name="Google Shape;381;p11"/>
          <p:cNvGrpSpPr/>
          <p:nvPr/>
        </p:nvGrpSpPr>
        <p:grpSpPr>
          <a:xfrm>
            <a:off x="5899342" y="2769365"/>
            <a:ext cx="171567" cy="164625"/>
            <a:chOff x="7021900" y="938575"/>
            <a:chExt cx="243600" cy="243600"/>
          </a:xfrm>
        </p:grpSpPr>
        <p:sp>
          <p:nvSpPr>
            <p:cNvPr id="382" name="Google Shape;382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3" name="Google Shape;383;p11"/>
            <p:cNvCxnSpPr>
              <a:stCxn id="382" idx="0"/>
              <a:endCxn id="38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11"/>
            <p:cNvCxnSpPr>
              <a:stCxn id="382" idx="2"/>
              <a:endCxn id="38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5" name="Google Shape;385;p11"/>
          <p:cNvGrpSpPr/>
          <p:nvPr/>
        </p:nvGrpSpPr>
        <p:grpSpPr>
          <a:xfrm>
            <a:off x="6420863" y="2769365"/>
            <a:ext cx="171567" cy="164625"/>
            <a:chOff x="7021900" y="938575"/>
            <a:chExt cx="243600" cy="243600"/>
          </a:xfrm>
        </p:grpSpPr>
        <p:sp>
          <p:nvSpPr>
            <p:cNvPr id="386" name="Google Shape;386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1"/>
            <p:cNvCxnSpPr>
              <a:stCxn id="386" idx="0"/>
              <a:endCxn id="38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" name="Google Shape;388;p11"/>
            <p:cNvCxnSpPr>
              <a:stCxn id="386" idx="2"/>
              <a:endCxn id="38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9" name="Google Shape;389;p11"/>
          <p:cNvGrpSpPr/>
          <p:nvPr/>
        </p:nvGrpSpPr>
        <p:grpSpPr>
          <a:xfrm>
            <a:off x="4620492" y="3805172"/>
            <a:ext cx="171567" cy="164625"/>
            <a:chOff x="7021900" y="938575"/>
            <a:chExt cx="243600" cy="243600"/>
          </a:xfrm>
        </p:grpSpPr>
        <p:sp>
          <p:nvSpPr>
            <p:cNvPr id="390" name="Google Shape;390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11"/>
            <p:cNvCxnSpPr>
              <a:stCxn id="390" idx="0"/>
              <a:endCxn id="39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11"/>
            <p:cNvCxnSpPr>
              <a:stCxn id="390" idx="2"/>
              <a:endCxn id="39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3" name="Google Shape;393;p11"/>
          <p:cNvGrpSpPr/>
          <p:nvPr/>
        </p:nvGrpSpPr>
        <p:grpSpPr>
          <a:xfrm>
            <a:off x="4199091" y="3805172"/>
            <a:ext cx="171567" cy="164625"/>
            <a:chOff x="7021900" y="938575"/>
            <a:chExt cx="243600" cy="243600"/>
          </a:xfrm>
        </p:grpSpPr>
        <p:sp>
          <p:nvSpPr>
            <p:cNvPr id="394" name="Google Shape;394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5" name="Google Shape;395;p11"/>
            <p:cNvCxnSpPr>
              <a:stCxn id="394" idx="0"/>
              <a:endCxn id="39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11"/>
            <p:cNvCxnSpPr>
              <a:stCxn id="394" idx="2"/>
              <a:endCxn id="39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7" name="Google Shape;397;p11"/>
          <p:cNvGrpSpPr/>
          <p:nvPr/>
        </p:nvGrpSpPr>
        <p:grpSpPr>
          <a:xfrm>
            <a:off x="3777691" y="3805172"/>
            <a:ext cx="171567" cy="164625"/>
            <a:chOff x="7021900" y="938575"/>
            <a:chExt cx="243600" cy="243600"/>
          </a:xfrm>
        </p:grpSpPr>
        <p:sp>
          <p:nvSpPr>
            <p:cNvPr id="398" name="Google Shape;398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9" name="Google Shape;399;p11"/>
            <p:cNvCxnSpPr>
              <a:stCxn id="398" idx="0"/>
              <a:endCxn id="39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1"/>
            <p:cNvCxnSpPr>
              <a:stCxn id="398" idx="2"/>
              <a:endCxn id="39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1" name="Google Shape;401;p11"/>
          <p:cNvGrpSpPr/>
          <p:nvPr/>
        </p:nvGrpSpPr>
        <p:grpSpPr>
          <a:xfrm>
            <a:off x="5041892" y="3805172"/>
            <a:ext cx="171567" cy="164625"/>
            <a:chOff x="7021900" y="938575"/>
            <a:chExt cx="243600" cy="243600"/>
          </a:xfrm>
        </p:grpSpPr>
        <p:sp>
          <p:nvSpPr>
            <p:cNvPr id="402" name="Google Shape;402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11"/>
            <p:cNvCxnSpPr>
              <a:stCxn id="402" idx="0"/>
              <a:endCxn id="40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1"/>
            <p:cNvCxnSpPr>
              <a:stCxn id="402" idx="2"/>
              <a:endCxn id="40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5" name="Google Shape;405;p11"/>
          <p:cNvGrpSpPr/>
          <p:nvPr/>
        </p:nvGrpSpPr>
        <p:grpSpPr>
          <a:xfrm>
            <a:off x="5463292" y="3805172"/>
            <a:ext cx="171567" cy="164625"/>
            <a:chOff x="7021900" y="938575"/>
            <a:chExt cx="243600" cy="243600"/>
          </a:xfrm>
        </p:grpSpPr>
        <p:sp>
          <p:nvSpPr>
            <p:cNvPr id="406" name="Google Shape;406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" name="Google Shape;407;p11"/>
            <p:cNvCxnSpPr>
              <a:stCxn id="406" idx="0"/>
              <a:endCxn id="40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1"/>
            <p:cNvCxnSpPr>
              <a:stCxn id="406" idx="2"/>
              <a:endCxn id="40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9" name="Google Shape;409;p11"/>
          <p:cNvGrpSpPr/>
          <p:nvPr/>
        </p:nvGrpSpPr>
        <p:grpSpPr>
          <a:xfrm>
            <a:off x="5884693" y="3805172"/>
            <a:ext cx="171567" cy="164625"/>
            <a:chOff x="7021900" y="938575"/>
            <a:chExt cx="243600" cy="243600"/>
          </a:xfrm>
        </p:grpSpPr>
        <p:sp>
          <p:nvSpPr>
            <p:cNvPr id="410" name="Google Shape;410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1" name="Google Shape;411;p11"/>
            <p:cNvCxnSpPr>
              <a:stCxn id="410" idx="0"/>
              <a:endCxn id="41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11"/>
            <p:cNvCxnSpPr>
              <a:stCxn id="410" idx="2"/>
              <a:endCxn id="41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3" name="Google Shape;413;p11"/>
          <p:cNvGrpSpPr/>
          <p:nvPr/>
        </p:nvGrpSpPr>
        <p:grpSpPr>
          <a:xfrm>
            <a:off x="6306093" y="3805172"/>
            <a:ext cx="171567" cy="164625"/>
            <a:chOff x="7021900" y="938575"/>
            <a:chExt cx="243600" cy="243600"/>
          </a:xfrm>
        </p:grpSpPr>
        <p:sp>
          <p:nvSpPr>
            <p:cNvPr id="414" name="Google Shape;414;p1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2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025" lIns="50025" spcFirstLastPara="1" rIns="50025" wrap="square" tIns="50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6"/>
                <a:buFont typeface="Arial"/>
                <a:buNone/>
              </a:pPr>
              <a:r>
                <a:t/>
              </a:r>
              <a:endParaRPr b="0" i="0" sz="7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5" name="Google Shape;415;p11"/>
            <p:cNvCxnSpPr>
              <a:stCxn id="414" idx="0"/>
              <a:endCxn id="4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11"/>
            <p:cNvCxnSpPr>
              <a:stCxn id="414" idx="2"/>
              <a:endCxn id="4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5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7" name="Google Shape;417;p11"/>
          <p:cNvSpPr txBox="1"/>
          <p:nvPr/>
        </p:nvSpPr>
        <p:spPr>
          <a:xfrm>
            <a:off x="3183868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3605268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4026669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 txBox="1"/>
          <p:nvPr/>
        </p:nvSpPr>
        <p:spPr>
          <a:xfrm>
            <a:off x="4448069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 txBox="1"/>
          <p:nvPr/>
        </p:nvSpPr>
        <p:spPr>
          <a:xfrm>
            <a:off x="4869469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5290870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5712270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6133671" y="3506236"/>
            <a:ext cx="516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1"/>
          <p:cNvCxnSpPr/>
          <p:nvPr/>
        </p:nvCxnSpPr>
        <p:spPr>
          <a:xfrm>
            <a:off x="2550535" y="1770162"/>
            <a:ext cx="4148100" cy="0"/>
          </a:xfrm>
          <a:prstGeom prst="straightConnector1">
            <a:avLst/>
          </a:prstGeom>
          <a:noFill/>
          <a:ln cap="flat" cmpd="sng" w="156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1"/>
          <p:cNvCxnSpPr/>
          <p:nvPr/>
        </p:nvCxnSpPr>
        <p:spPr>
          <a:xfrm>
            <a:off x="2550535" y="1980450"/>
            <a:ext cx="4152900" cy="0"/>
          </a:xfrm>
          <a:prstGeom prst="straightConnector1">
            <a:avLst/>
          </a:prstGeom>
          <a:noFill/>
          <a:ln cap="flat" cmpd="sng" w="1562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1"/>
          <p:cNvCxnSpPr>
            <a:stCxn id="428" idx="6"/>
          </p:cNvCxnSpPr>
          <p:nvPr/>
        </p:nvCxnSpPr>
        <p:spPr>
          <a:xfrm>
            <a:off x="3468518" y="4813504"/>
            <a:ext cx="3126000" cy="0"/>
          </a:xfrm>
          <a:prstGeom prst="straightConnector1">
            <a:avLst/>
          </a:prstGeom>
          <a:noFill/>
          <a:ln cap="flat" cmpd="sng" w="156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1"/>
          <p:cNvSpPr txBox="1"/>
          <p:nvPr/>
        </p:nvSpPr>
        <p:spPr>
          <a:xfrm>
            <a:off x="2270000" y="1843288"/>
            <a:ext cx="314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2270000" y="1633000"/>
            <a:ext cx="314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11"/>
          <p:cNvCxnSpPr>
            <a:endCxn id="432" idx="0"/>
          </p:cNvCxnSpPr>
          <p:nvPr/>
        </p:nvCxnSpPr>
        <p:spPr>
          <a:xfrm rot="10800000">
            <a:off x="3327221" y="1955308"/>
            <a:ext cx="0" cy="738000"/>
          </a:xfrm>
          <a:prstGeom prst="straightConnector1">
            <a:avLst/>
          </a:prstGeom>
          <a:noFill/>
          <a:ln cap="flat" cmpd="sng" w="1562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1"/>
          <p:cNvCxnSpPr>
            <a:endCxn id="434" idx="0"/>
          </p:cNvCxnSpPr>
          <p:nvPr/>
        </p:nvCxnSpPr>
        <p:spPr>
          <a:xfrm rot="10800000">
            <a:off x="3880455" y="1745020"/>
            <a:ext cx="0" cy="944100"/>
          </a:xfrm>
          <a:prstGeom prst="straightConnector1">
            <a:avLst/>
          </a:prstGeom>
          <a:noFill/>
          <a:ln cap="flat" cmpd="sng" w="156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1"/>
          <p:cNvSpPr/>
          <p:nvPr/>
        </p:nvSpPr>
        <p:spPr>
          <a:xfrm>
            <a:off x="3854355" y="1745020"/>
            <a:ext cx="52200" cy="50100"/>
          </a:xfrm>
          <a:prstGeom prst="ellipse">
            <a:avLst/>
          </a:prstGeom>
          <a:solidFill>
            <a:srgbClr val="C0392B"/>
          </a:solidFill>
          <a:ln cap="flat" cmpd="sng" w="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3301121" y="1955308"/>
            <a:ext cx="52200" cy="50100"/>
          </a:xfrm>
          <a:prstGeom prst="ellipse">
            <a:avLst/>
          </a:prstGeom>
          <a:solidFill>
            <a:srgbClr val="2980B9"/>
          </a:solidFill>
          <a:ln cap="flat" cmpd="sng" w="522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1"/>
          <p:cNvCxnSpPr/>
          <p:nvPr/>
        </p:nvCxnSpPr>
        <p:spPr>
          <a:xfrm>
            <a:off x="4715932" y="4049587"/>
            <a:ext cx="0" cy="732900"/>
          </a:xfrm>
          <a:prstGeom prst="straightConnector1">
            <a:avLst/>
          </a:prstGeom>
          <a:noFill/>
          <a:ln cap="flat" cmpd="sng" w="156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1"/>
          <p:cNvSpPr/>
          <p:nvPr/>
        </p:nvSpPr>
        <p:spPr>
          <a:xfrm>
            <a:off x="4689830" y="4783179"/>
            <a:ext cx="52200" cy="50100"/>
          </a:xfrm>
          <a:prstGeom prst="ellipse">
            <a:avLst/>
          </a:prstGeom>
          <a:solidFill>
            <a:srgbClr val="27AE60"/>
          </a:solidFill>
          <a:ln cap="flat" cmpd="sng" w="52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3106503" y="3002364"/>
            <a:ext cx="1932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416318" y="4788454"/>
            <a:ext cx="52200" cy="50100"/>
          </a:xfrm>
          <a:prstGeom prst="ellipse">
            <a:avLst/>
          </a:prstGeom>
          <a:solidFill>
            <a:srgbClr val="27AE60"/>
          </a:solidFill>
          <a:ln cap="flat" cmpd="sng" w="52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t/>
            </a:r>
            <a:endParaRPr b="0" i="0" sz="7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 txBox="1"/>
          <p:nvPr/>
        </p:nvSpPr>
        <p:spPr>
          <a:xfrm>
            <a:off x="3700671" y="3014377"/>
            <a:ext cx="1932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 txBox="1"/>
          <p:nvPr/>
        </p:nvSpPr>
        <p:spPr>
          <a:xfrm>
            <a:off x="4144829" y="3021144"/>
            <a:ext cx="264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 txBox="1"/>
          <p:nvPr/>
        </p:nvSpPr>
        <p:spPr>
          <a:xfrm>
            <a:off x="4685771" y="3005048"/>
            <a:ext cx="264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 txBox="1"/>
          <p:nvPr/>
        </p:nvSpPr>
        <p:spPr>
          <a:xfrm>
            <a:off x="5206471" y="3003416"/>
            <a:ext cx="264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663170" y="3002356"/>
            <a:ext cx="264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6206192" y="3002356"/>
            <a:ext cx="264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1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534" y="4261798"/>
            <a:ext cx="480036" cy="4606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p11"/>
          <p:cNvCxnSpPr>
            <a:endCxn id="444" idx="0"/>
          </p:cNvCxnSpPr>
          <p:nvPr/>
        </p:nvCxnSpPr>
        <p:spPr>
          <a:xfrm>
            <a:off x="3442552" y="4048498"/>
            <a:ext cx="0" cy="213300"/>
          </a:xfrm>
          <a:prstGeom prst="straightConnector1">
            <a:avLst/>
          </a:prstGeom>
          <a:noFill/>
          <a:ln cap="flat" cmpd="sng" w="156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11"/>
          <p:cNvCxnSpPr/>
          <p:nvPr/>
        </p:nvCxnSpPr>
        <p:spPr>
          <a:xfrm>
            <a:off x="3443380" y="4722418"/>
            <a:ext cx="0" cy="89400"/>
          </a:xfrm>
          <a:prstGeom prst="straightConnector1">
            <a:avLst/>
          </a:prstGeom>
          <a:noFill/>
          <a:ln cap="flat" cmpd="sng" w="156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11"/>
          <p:cNvSpPr txBox="1"/>
          <p:nvPr/>
        </p:nvSpPr>
        <p:spPr>
          <a:xfrm>
            <a:off x="2796128" y="4380157"/>
            <a:ext cx="416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6651250" y="464245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#3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7" name="Google Shape;457;p12"/>
          <p:cNvGraphicFramePr/>
          <p:nvPr/>
        </p:nvGraphicFramePr>
        <p:xfrm>
          <a:off x="382850" y="70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432825"/>
                <a:gridCol w="1101550"/>
                <a:gridCol w="1380950"/>
                <a:gridCol w="1592950"/>
                <a:gridCol w="184740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 + Electric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8" name="Google Shape;458;p12"/>
          <p:cNvSpPr/>
          <p:nvPr/>
        </p:nvSpPr>
        <p:spPr>
          <a:xfrm>
            <a:off x="2279739" y="4564022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12"/>
          <p:cNvGrpSpPr/>
          <p:nvPr/>
        </p:nvGrpSpPr>
        <p:grpSpPr>
          <a:xfrm>
            <a:off x="2573442" y="4650186"/>
            <a:ext cx="187767" cy="180167"/>
            <a:chOff x="7021900" y="938575"/>
            <a:chExt cx="243600" cy="243600"/>
          </a:xfrm>
        </p:grpSpPr>
        <p:sp>
          <p:nvSpPr>
            <p:cNvPr id="460" name="Google Shape;460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12"/>
            <p:cNvCxnSpPr>
              <a:stCxn id="460" idx="0"/>
              <a:endCxn id="46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12"/>
            <p:cNvCxnSpPr>
              <a:stCxn id="460" idx="2"/>
              <a:endCxn id="46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3" name="Google Shape;463;p12"/>
          <p:cNvSpPr/>
          <p:nvPr/>
        </p:nvSpPr>
        <p:spPr>
          <a:xfrm>
            <a:off x="2279741" y="2976363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2922638" y="3338094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12"/>
          <p:cNvGrpSpPr/>
          <p:nvPr/>
        </p:nvGrpSpPr>
        <p:grpSpPr>
          <a:xfrm>
            <a:off x="4226705" y="3062543"/>
            <a:ext cx="187767" cy="180167"/>
            <a:chOff x="7021900" y="938575"/>
            <a:chExt cx="243600" cy="243600"/>
          </a:xfrm>
        </p:grpSpPr>
        <p:sp>
          <p:nvSpPr>
            <p:cNvPr id="466" name="Google Shape;466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12"/>
            <p:cNvCxnSpPr>
              <a:stCxn id="466" idx="0"/>
              <a:endCxn id="46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8" name="Google Shape;468;p12"/>
            <p:cNvCxnSpPr>
              <a:stCxn id="466" idx="2"/>
              <a:endCxn id="46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9" name="Google Shape;469;p12"/>
          <p:cNvGrpSpPr/>
          <p:nvPr/>
        </p:nvGrpSpPr>
        <p:grpSpPr>
          <a:xfrm>
            <a:off x="3632206" y="3062543"/>
            <a:ext cx="187767" cy="180167"/>
            <a:chOff x="7021900" y="938575"/>
            <a:chExt cx="243600" cy="243600"/>
          </a:xfrm>
        </p:grpSpPr>
        <p:sp>
          <p:nvSpPr>
            <p:cNvPr id="470" name="Google Shape;470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1" name="Google Shape;471;p12"/>
            <p:cNvCxnSpPr>
              <a:stCxn id="470" idx="0"/>
              <a:endCxn id="47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12"/>
            <p:cNvCxnSpPr>
              <a:stCxn id="470" idx="2"/>
              <a:endCxn id="47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3" name="Google Shape;473;p12"/>
          <p:cNvGrpSpPr/>
          <p:nvPr/>
        </p:nvGrpSpPr>
        <p:grpSpPr>
          <a:xfrm>
            <a:off x="3052976" y="3062543"/>
            <a:ext cx="187767" cy="180167"/>
            <a:chOff x="7021900" y="938575"/>
            <a:chExt cx="243600" cy="243600"/>
          </a:xfrm>
        </p:grpSpPr>
        <p:sp>
          <p:nvSpPr>
            <p:cNvPr id="474" name="Google Shape;474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12"/>
            <p:cNvCxnSpPr>
              <a:stCxn id="474" idx="0"/>
              <a:endCxn id="47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12"/>
            <p:cNvCxnSpPr>
              <a:stCxn id="474" idx="2"/>
              <a:endCxn id="47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7" name="Google Shape;477;p12"/>
          <p:cNvGrpSpPr/>
          <p:nvPr/>
        </p:nvGrpSpPr>
        <p:grpSpPr>
          <a:xfrm>
            <a:off x="2447832" y="3062543"/>
            <a:ext cx="187767" cy="180167"/>
            <a:chOff x="7021900" y="938575"/>
            <a:chExt cx="243600" cy="243600"/>
          </a:xfrm>
        </p:grpSpPr>
        <p:sp>
          <p:nvSpPr>
            <p:cNvPr id="478" name="Google Shape;478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12"/>
            <p:cNvCxnSpPr>
              <a:stCxn id="478" idx="0"/>
              <a:endCxn id="47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12"/>
            <p:cNvCxnSpPr>
              <a:stCxn id="478" idx="2"/>
              <a:endCxn id="47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1" name="Google Shape;481;p12"/>
          <p:cNvGrpSpPr/>
          <p:nvPr/>
        </p:nvGrpSpPr>
        <p:grpSpPr>
          <a:xfrm>
            <a:off x="4785823" y="3062543"/>
            <a:ext cx="187767" cy="180167"/>
            <a:chOff x="7021900" y="938575"/>
            <a:chExt cx="243600" cy="243600"/>
          </a:xfrm>
        </p:grpSpPr>
        <p:sp>
          <p:nvSpPr>
            <p:cNvPr id="482" name="Google Shape;482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" name="Google Shape;483;p12"/>
            <p:cNvCxnSpPr>
              <a:stCxn id="482" idx="0"/>
              <a:endCxn id="48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12"/>
            <p:cNvCxnSpPr>
              <a:stCxn id="482" idx="2"/>
              <a:endCxn id="48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5" name="Google Shape;485;p12"/>
          <p:cNvGrpSpPr/>
          <p:nvPr/>
        </p:nvGrpSpPr>
        <p:grpSpPr>
          <a:xfrm>
            <a:off x="5356581" y="3062543"/>
            <a:ext cx="187767" cy="180167"/>
            <a:chOff x="7021900" y="938575"/>
            <a:chExt cx="243600" cy="243600"/>
          </a:xfrm>
        </p:grpSpPr>
        <p:sp>
          <p:nvSpPr>
            <p:cNvPr id="486" name="Google Shape;486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7" name="Google Shape;487;p12"/>
            <p:cNvCxnSpPr>
              <a:stCxn id="486" idx="0"/>
              <a:endCxn id="48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p12"/>
            <p:cNvCxnSpPr>
              <a:stCxn id="486" idx="2"/>
              <a:endCxn id="48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9" name="Google Shape;489;p12"/>
          <p:cNvGrpSpPr/>
          <p:nvPr/>
        </p:nvGrpSpPr>
        <p:grpSpPr>
          <a:xfrm>
            <a:off x="5927338" y="3062543"/>
            <a:ext cx="187767" cy="180167"/>
            <a:chOff x="7021900" y="938575"/>
            <a:chExt cx="243600" cy="243600"/>
          </a:xfrm>
        </p:grpSpPr>
        <p:sp>
          <p:nvSpPr>
            <p:cNvPr id="490" name="Google Shape;490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1" name="Google Shape;491;p12"/>
            <p:cNvCxnSpPr>
              <a:stCxn id="490" idx="0"/>
              <a:endCxn id="49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12"/>
            <p:cNvCxnSpPr>
              <a:stCxn id="490" idx="2"/>
              <a:endCxn id="49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3" name="Google Shape;493;p12"/>
          <p:cNvGrpSpPr/>
          <p:nvPr/>
        </p:nvGrpSpPr>
        <p:grpSpPr>
          <a:xfrm>
            <a:off x="3956995" y="4650186"/>
            <a:ext cx="187767" cy="180167"/>
            <a:chOff x="7021900" y="938575"/>
            <a:chExt cx="243600" cy="243600"/>
          </a:xfrm>
        </p:grpSpPr>
        <p:sp>
          <p:nvSpPr>
            <p:cNvPr id="494" name="Google Shape;494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" name="Google Shape;495;p12"/>
            <p:cNvCxnSpPr>
              <a:stCxn id="494" idx="0"/>
              <a:endCxn id="49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12"/>
            <p:cNvCxnSpPr>
              <a:stCxn id="494" idx="2"/>
              <a:endCxn id="49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7" name="Google Shape;497;p12"/>
          <p:cNvGrpSpPr/>
          <p:nvPr/>
        </p:nvGrpSpPr>
        <p:grpSpPr>
          <a:xfrm>
            <a:off x="3495811" y="4650186"/>
            <a:ext cx="187767" cy="180167"/>
            <a:chOff x="7021900" y="938575"/>
            <a:chExt cx="243600" cy="243600"/>
          </a:xfrm>
        </p:grpSpPr>
        <p:sp>
          <p:nvSpPr>
            <p:cNvPr id="498" name="Google Shape;498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9" name="Google Shape;499;p12"/>
            <p:cNvCxnSpPr>
              <a:stCxn id="498" idx="0"/>
              <a:endCxn id="49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12"/>
            <p:cNvCxnSpPr>
              <a:stCxn id="498" idx="2"/>
              <a:endCxn id="49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1" name="Google Shape;501;p12"/>
          <p:cNvGrpSpPr/>
          <p:nvPr/>
        </p:nvGrpSpPr>
        <p:grpSpPr>
          <a:xfrm>
            <a:off x="3034627" y="4650186"/>
            <a:ext cx="187767" cy="180167"/>
            <a:chOff x="7021900" y="938575"/>
            <a:chExt cx="243600" cy="243600"/>
          </a:xfrm>
        </p:grpSpPr>
        <p:sp>
          <p:nvSpPr>
            <p:cNvPr id="502" name="Google Shape;502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3" name="Google Shape;503;p12"/>
            <p:cNvCxnSpPr>
              <a:stCxn id="502" idx="0"/>
              <a:endCxn id="50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12"/>
            <p:cNvCxnSpPr>
              <a:stCxn id="502" idx="2"/>
              <a:endCxn id="50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5" name="Google Shape;505;p12"/>
          <p:cNvGrpSpPr/>
          <p:nvPr/>
        </p:nvGrpSpPr>
        <p:grpSpPr>
          <a:xfrm>
            <a:off x="4418180" y="4650186"/>
            <a:ext cx="187767" cy="180167"/>
            <a:chOff x="7021900" y="938575"/>
            <a:chExt cx="243600" cy="243600"/>
          </a:xfrm>
        </p:grpSpPr>
        <p:sp>
          <p:nvSpPr>
            <p:cNvPr id="506" name="Google Shape;506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7" name="Google Shape;507;p12"/>
            <p:cNvCxnSpPr>
              <a:stCxn id="506" idx="0"/>
              <a:endCxn id="50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12"/>
            <p:cNvCxnSpPr>
              <a:stCxn id="506" idx="2"/>
              <a:endCxn id="50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9" name="Google Shape;509;p12"/>
          <p:cNvGrpSpPr/>
          <p:nvPr/>
        </p:nvGrpSpPr>
        <p:grpSpPr>
          <a:xfrm>
            <a:off x="4879364" y="4650186"/>
            <a:ext cx="187767" cy="180167"/>
            <a:chOff x="7021900" y="938575"/>
            <a:chExt cx="243600" cy="243600"/>
          </a:xfrm>
        </p:grpSpPr>
        <p:sp>
          <p:nvSpPr>
            <p:cNvPr id="510" name="Google Shape;510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" name="Google Shape;511;p12"/>
            <p:cNvCxnSpPr>
              <a:stCxn id="510" idx="0"/>
              <a:endCxn id="51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12"/>
            <p:cNvCxnSpPr>
              <a:stCxn id="510" idx="2"/>
              <a:endCxn id="51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3" name="Google Shape;513;p12"/>
          <p:cNvGrpSpPr/>
          <p:nvPr/>
        </p:nvGrpSpPr>
        <p:grpSpPr>
          <a:xfrm>
            <a:off x="5340549" y="4650186"/>
            <a:ext cx="187767" cy="180167"/>
            <a:chOff x="7021900" y="938575"/>
            <a:chExt cx="243600" cy="243600"/>
          </a:xfrm>
        </p:grpSpPr>
        <p:sp>
          <p:nvSpPr>
            <p:cNvPr id="514" name="Google Shape;514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5" name="Google Shape;515;p12"/>
            <p:cNvCxnSpPr>
              <a:stCxn id="514" idx="0"/>
              <a:endCxn id="5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12"/>
            <p:cNvCxnSpPr>
              <a:stCxn id="514" idx="2"/>
              <a:endCxn id="5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7" name="Google Shape;517;p12"/>
          <p:cNvGrpSpPr/>
          <p:nvPr/>
        </p:nvGrpSpPr>
        <p:grpSpPr>
          <a:xfrm>
            <a:off x="5801733" y="4650186"/>
            <a:ext cx="187767" cy="180167"/>
            <a:chOff x="7021900" y="938575"/>
            <a:chExt cx="243600" cy="243600"/>
          </a:xfrm>
        </p:grpSpPr>
        <p:sp>
          <p:nvSpPr>
            <p:cNvPr id="518" name="Google Shape;518;p1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9" name="Google Shape;519;p12"/>
            <p:cNvCxnSpPr>
              <a:stCxn id="518" idx="0"/>
              <a:endCxn id="51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0" name="Google Shape;520;p12"/>
            <p:cNvCxnSpPr>
              <a:stCxn id="518" idx="2"/>
              <a:endCxn id="51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1" name="Google Shape;521;p12"/>
          <p:cNvSpPr txBox="1"/>
          <p:nvPr/>
        </p:nvSpPr>
        <p:spPr>
          <a:xfrm>
            <a:off x="2384687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2845872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3307056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3768240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 txBox="1"/>
          <p:nvPr/>
        </p:nvSpPr>
        <p:spPr>
          <a:xfrm>
            <a:off x="4229425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 txBox="1"/>
          <p:nvPr/>
        </p:nvSpPr>
        <p:spPr>
          <a:xfrm>
            <a:off x="4690609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5151793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5612978" y="432302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12"/>
          <p:cNvCxnSpPr/>
          <p:nvPr/>
        </p:nvCxnSpPr>
        <p:spPr>
          <a:xfrm>
            <a:off x="1691562" y="1628903"/>
            <a:ext cx="45309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2"/>
          <p:cNvCxnSpPr/>
          <p:nvPr/>
        </p:nvCxnSpPr>
        <p:spPr>
          <a:xfrm>
            <a:off x="1691562" y="1859043"/>
            <a:ext cx="4535400" cy="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1" name="Google Shape;531;p12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683" y="2109238"/>
            <a:ext cx="525356" cy="5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2"/>
          <p:cNvSpPr txBox="1"/>
          <p:nvPr/>
        </p:nvSpPr>
        <p:spPr>
          <a:xfrm>
            <a:off x="1384542" y="170893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 txBox="1"/>
          <p:nvPr/>
        </p:nvSpPr>
        <p:spPr>
          <a:xfrm>
            <a:off x="1384542" y="147879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4" name="Google Shape;534;p12"/>
          <p:cNvCxnSpPr/>
          <p:nvPr/>
        </p:nvCxnSpPr>
        <p:spPr>
          <a:xfrm rot="10800000">
            <a:off x="2541569" y="1859244"/>
            <a:ext cx="0" cy="11145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2"/>
          <p:cNvCxnSpPr/>
          <p:nvPr/>
        </p:nvCxnSpPr>
        <p:spPr>
          <a:xfrm rot="10800000">
            <a:off x="3147060" y="1638672"/>
            <a:ext cx="0" cy="13344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2"/>
          <p:cNvSpPr/>
          <p:nvPr/>
        </p:nvSpPr>
        <p:spPr>
          <a:xfrm>
            <a:off x="3118474" y="1601388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2513011" y="183152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12"/>
          <p:cNvCxnSpPr>
            <a:endCxn id="531" idx="2"/>
          </p:cNvCxnSpPr>
          <p:nvPr/>
        </p:nvCxnSpPr>
        <p:spPr>
          <a:xfrm rot="10800000">
            <a:off x="4319361" y="2613343"/>
            <a:ext cx="0" cy="3537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12"/>
          <p:cNvCxnSpPr/>
          <p:nvPr/>
        </p:nvCxnSpPr>
        <p:spPr>
          <a:xfrm rot="10800000">
            <a:off x="3729198" y="2786498"/>
            <a:ext cx="0" cy="1899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2"/>
          <p:cNvCxnSpPr/>
          <p:nvPr/>
        </p:nvCxnSpPr>
        <p:spPr>
          <a:xfrm rot="10800000">
            <a:off x="4878151" y="2787035"/>
            <a:ext cx="0" cy="1938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2"/>
          <p:cNvCxnSpPr/>
          <p:nvPr/>
        </p:nvCxnSpPr>
        <p:spPr>
          <a:xfrm rot="10800000">
            <a:off x="4534425" y="2493944"/>
            <a:ext cx="346500" cy="2994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2"/>
          <p:cNvCxnSpPr/>
          <p:nvPr/>
        </p:nvCxnSpPr>
        <p:spPr>
          <a:xfrm flipH="1" rot="10800000">
            <a:off x="3726828" y="2495395"/>
            <a:ext cx="377400" cy="301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2"/>
          <p:cNvCxnSpPr>
            <a:endCxn id="544" idx="1"/>
          </p:cNvCxnSpPr>
          <p:nvPr/>
        </p:nvCxnSpPr>
        <p:spPr>
          <a:xfrm rot="10800000">
            <a:off x="6021122" y="255762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2"/>
          <p:cNvCxnSpPr>
            <a:stCxn id="544" idx="3"/>
          </p:cNvCxnSpPr>
          <p:nvPr/>
        </p:nvCxnSpPr>
        <p:spPr>
          <a:xfrm rot="10800000">
            <a:off x="6021122" y="1859153"/>
            <a:ext cx="0" cy="3888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2"/>
          <p:cNvSpPr txBox="1"/>
          <p:nvPr/>
        </p:nvSpPr>
        <p:spPr>
          <a:xfrm>
            <a:off x="3378829" y="266684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 txBox="1"/>
          <p:nvPr/>
        </p:nvSpPr>
        <p:spPr>
          <a:xfrm>
            <a:off x="3959800" y="266684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 txBox="1"/>
          <p:nvPr/>
        </p:nvSpPr>
        <p:spPr>
          <a:xfrm>
            <a:off x="4524963" y="266684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 txBox="1"/>
          <p:nvPr/>
        </p:nvSpPr>
        <p:spPr>
          <a:xfrm>
            <a:off x="5683884" y="266684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0" name="Google Shape;550;p12"/>
          <p:cNvGrpSpPr/>
          <p:nvPr/>
        </p:nvGrpSpPr>
        <p:grpSpPr>
          <a:xfrm>
            <a:off x="3610882" y="3328805"/>
            <a:ext cx="137425" cy="744114"/>
            <a:chOff x="5994550" y="3527588"/>
            <a:chExt cx="229500" cy="1242675"/>
          </a:xfrm>
        </p:grpSpPr>
        <p:cxnSp>
          <p:nvCxnSpPr>
            <p:cNvPr id="551" name="Google Shape;551;p1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1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p1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4" name="Google Shape;554;p1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6" name="Google Shape;556;p12"/>
          <p:cNvGrpSpPr/>
          <p:nvPr/>
        </p:nvGrpSpPr>
        <p:grpSpPr>
          <a:xfrm>
            <a:off x="4205185" y="3328805"/>
            <a:ext cx="137425" cy="744114"/>
            <a:chOff x="5994550" y="3527588"/>
            <a:chExt cx="229500" cy="1242675"/>
          </a:xfrm>
        </p:grpSpPr>
        <p:cxnSp>
          <p:nvCxnSpPr>
            <p:cNvPr id="557" name="Google Shape;557;p1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1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1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0" name="Google Shape;560;p1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12"/>
          <p:cNvGrpSpPr/>
          <p:nvPr/>
        </p:nvGrpSpPr>
        <p:grpSpPr>
          <a:xfrm>
            <a:off x="4764395" y="3324329"/>
            <a:ext cx="137425" cy="744114"/>
            <a:chOff x="5994550" y="3527588"/>
            <a:chExt cx="229500" cy="1242675"/>
          </a:xfrm>
        </p:grpSpPr>
        <p:cxnSp>
          <p:nvCxnSpPr>
            <p:cNvPr id="563" name="Google Shape;563;p1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1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1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1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12"/>
          <p:cNvGrpSpPr/>
          <p:nvPr/>
        </p:nvGrpSpPr>
        <p:grpSpPr>
          <a:xfrm>
            <a:off x="5335179" y="3331979"/>
            <a:ext cx="137425" cy="744114"/>
            <a:chOff x="5994550" y="3527588"/>
            <a:chExt cx="229500" cy="1242675"/>
          </a:xfrm>
        </p:grpSpPr>
        <p:cxnSp>
          <p:nvCxnSpPr>
            <p:cNvPr id="569" name="Google Shape;569;p1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1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1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2" name="Google Shape;572;p1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12"/>
          <p:cNvGrpSpPr/>
          <p:nvPr/>
        </p:nvGrpSpPr>
        <p:grpSpPr>
          <a:xfrm>
            <a:off x="5905962" y="3324329"/>
            <a:ext cx="137425" cy="744114"/>
            <a:chOff x="5994550" y="3527588"/>
            <a:chExt cx="229500" cy="1242675"/>
          </a:xfrm>
        </p:grpSpPr>
        <p:cxnSp>
          <p:nvCxnSpPr>
            <p:cNvPr id="575" name="Google Shape;575;p1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1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1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8" name="Google Shape;578;p1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0" name="Google Shape;580;p12"/>
          <p:cNvCxnSpPr/>
          <p:nvPr/>
        </p:nvCxnSpPr>
        <p:spPr>
          <a:xfrm rot="10800000">
            <a:off x="3140450" y="4075803"/>
            <a:ext cx="28896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2"/>
          <p:cNvSpPr/>
          <p:nvPr/>
        </p:nvSpPr>
        <p:spPr>
          <a:xfrm>
            <a:off x="5992624" y="183163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12"/>
          <p:cNvCxnSpPr/>
          <p:nvPr/>
        </p:nvCxnSpPr>
        <p:spPr>
          <a:xfrm>
            <a:off x="3148587" y="3333468"/>
            <a:ext cx="0" cy="7437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12"/>
          <p:cNvSpPr/>
          <p:nvPr/>
        </p:nvSpPr>
        <p:spPr>
          <a:xfrm>
            <a:off x="5992624" y="4041795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5418771" y="4053360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4852247" y="4053352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4292198" y="4050239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3691825" y="4053367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2"/>
          <p:cNvSpPr txBox="1"/>
          <p:nvPr/>
        </p:nvSpPr>
        <p:spPr>
          <a:xfrm>
            <a:off x="3416550" y="3338100"/>
            <a:ext cx="309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4008774" y="3320475"/>
            <a:ext cx="309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 txBox="1"/>
          <p:nvPr/>
        </p:nvSpPr>
        <p:spPr>
          <a:xfrm>
            <a:off x="4578751" y="3318700"/>
            <a:ext cx="309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 txBox="1"/>
          <p:nvPr/>
        </p:nvSpPr>
        <p:spPr>
          <a:xfrm>
            <a:off x="5124173" y="3317550"/>
            <a:ext cx="309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 txBox="1"/>
          <p:nvPr/>
        </p:nvSpPr>
        <p:spPr>
          <a:xfrm>
            <a:off x="5718473" y="3317550"/>
            <a:ext cx="309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 txBox="1"/>
          <p:nvPr/>
        </p:nvSpPr>
        <p:spPr>
          <a:xfrm>
            <a:off x="2300018" y="3317539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12"/>
          <p:cNvCxnSpPr>
            <a:stCxn id="531" idx="0"/>
          </p:cNvCxnSpPr>
          <p:nvPr/>
        </p:nvCxnSpPr>
        <p:spPr>
          <a:xfrm rot="10800000">
            <a:off x="4319361" y="1864138"/>
            <a:ext cx="0" cy="2451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12"/>
          <p:cNvSpPr/>
          <p:nvPr/>
        </p:nvSpPr>
        <p:spPr>
          <a:xfrm>
            <a:off x="4290798" y="183152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2"/>
          <p:cNvSpPr txBox="1"/>
          <p:nvPr/>
        </p:nvSpPr>
        <p:spPr>
          <a:xfrm>
            <a:off x="3954909" y="1893929"/>
            <a:ext cx="346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2" title="heatin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866286" y="2247953"/>
            <a:ext cx="309672" cy="30967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12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3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#4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6" name="Google Shape;606;p13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96075"/>
                <a:gridCol w="1203850"/>
                <a:gridCol w="154282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Only + Electric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50"/>
                        <a:buFont typeface="Consolas"/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7" name="Google Shape;607;p13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13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609" name="Google Shape;609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0" name="Google Shape;610;p13"/>
            <p:cNvCxnSpPr>
              <a:stCxn id="609" idx="0"/>
              <a:endCxn id="6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13"/>
            <p:cNvCxnSpPr>
              <a:stCxn id="609" idx="2"/>
              <a:endCxn id="6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2" name="Google Shape;612;p13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3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4" name="Google Shape;614;p13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615" name="Google Shape;615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6" name="Google Shape;616;p13"/>
            <p:cNvCxnSpPr>
              <a:stCxn id="615" idx="0"/>
              <a:endCxn id="61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13"/>
            <p:cNvCxnSpPr>
              <a:stCxn id="615" idx="2"/>
              <a:endCxn id="61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18" name="Google Shape;618;p13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619" name="Google Shape;619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0" name="Google Shape;620;p13"/>
            <p:cNvCxnSpPr>
              <a:stCxn id="619" idx="0"/>
              <a:endCxn id="61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13"/>
            <p:cNvCxnSpPr>
              <a:stCxn id="619" idx="2"/>
              <a:endCxn id="61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2" name="Google Shape;622;p13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623" name="Google Shape;623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4" name="Google Shape;624;p13"/>
            <p:cNvCxnSpPr>
              <a:stCxn id="623" idx="0"/>
              <a:endCxn id="62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13"/>
            <p:cNvCxnSpPr>
              <a:stCxn id="623" idx="2"/>
              <a:endCxn id="62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6" name="Google Shape;626;p13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627" name="Google Shape;627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13"/>
            <p:cNvCxnSpPr>
              <a:stCxn id="627" idx="0"/>
              <a:endCxn id="62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13"/>
            <p:cNvCxnSpPr>
              <a:stCxn id="627" idx="2"/>
              <a:endCxn id="62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0" name="Google Shape;630;p13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631" name="Google Shape;631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2" name="Google Shape;632;p13"/>
            <p:cNvCxnSpPr>
              <a:stCxn id="631" idx="0"/>
              <a:endCxn id="63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3"/>
            <p:cNvCxnSpPr>
              <a:stCxn id="631" idx="2"/>
              <a:endCxn id="63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4" name="Google Shape;634;p13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635" name="Google Shape;635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6" name="Google Shape;636;p13"/>
            <p:cNvCxnSpPr>
              <a:stCxn id="635" idx="0"/>
              <a:endCxn id="63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7" name="Google Shape;637;p13"/>
            <p:cNvCxnSpPr>
              <a:stCxn id="635" idx="2"/>
              <a:endCxn id="63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8" name="Google Shape;638;p13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639" name="Google Shape;639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0" name="Google Shape;640;p13"/>
            <p:cNvCxnSpPr>
              <a:stCxn id="639" idx="0"/>
              <a:endCxn id="63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1" name="Google Shape;641;p13"/>
            <p:cNvCxnSpPr>
              <a:stCxn id="639" idx="2"/>
              <a:endCxn id="63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2" name="Google Shape;642;p13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643" name="Google Shape;643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4" name="Google Shape;644;p13"/>
            <p:cNvCxnSpPr>
              <a:stCxn id="643" idx="0"/>
              <a:endCxn id="64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5" name="Google Shape;645;p13"/>
            <p:cNvCxnSpPr>
              <a:stCxn id="643" idx="2"/>
              <a:endCxn id="64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6" name="Google Shape;646;p13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647" name="Google Shape;647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8" name="Google Shape;648;p13"/>
            <p:cNvCxnSpPr>
              <a:stCxn id="647" idx="0"/>
              <a:endCxn id="64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9" name="Google Shape;649;p13"/>
            <p:cNvCxnSpPr>
              <a:stCxn id="647" idx="2"/>
              <a:endCxn id="64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0" name="Google Shape;650;p13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651" name="Google Shape;651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2" name="Google Shape;652;p13"/>
            <p:cNvCxnSpPr>
              <a:stCxn id="651" idx="0"/>
              <a:endCxn id="65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3" name="Google Shape;653;p13"/>
            <p:cNvCxnSpPr>
              <a:stCxn id="651" idx="2"/>
              <a:endCxn id="65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4" name="Google Shape;654;p13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655" name="Google Shape;655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6" name="Google Shape;656;p13"/>
            <p:cNvCxnSpPr>
              <a:stCxn id="655" idx="0"/>
              <a:endCxn id="6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7" name="Google Shape;657;p13"/>
            <p:cNvCxnSpPr>
              <a:stCxn id="655" idx="2"/>
              <a:endCxn id="6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8" name="Google Shape;658;p13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659" name="Google Shape;659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0" name="Google Shape;660;p13"/>
            <p:cNvCxnSpPr>
              <a:stCxn id="659" idx="0"/>
              <a:endCxn id="65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13"/>
            <p:cNvCxnSpPr>
              <a:stCxn id="659" idx="2"/>
              <a:endCxn id="65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2" name="Google Shape;662;p13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663" name="Google Shape;663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4" name="Google Shape;664;p13"/>
            <p:cNvCxnSpPr>
              <a:stCxn id="663" idx="0"/>
              <a:endCxn id="66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13"/>
            <p:cNvCxnSpPr>
              <a:stCxn id="663" idx="2"/>
              <a:endCxn id="66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6" name="Google Shape;666;p13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667" name="Google Shape;667;p1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8" name="Google Shape;668;p13"/>
            <p:cNvCxnSpPr>
              <a:stCxn id="667" idx="0"/>
              <a:endCxn id="66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13"/>
            <p:cNvCxnSpPr>
              <a:stCxn id="667" idx="2"/>
              <a:endCxn id="66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0" name="Google Shape;670;p13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3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3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3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8" name="Google Shape;678;p13"/>
          <p:cNvCxnSpPr/>
          <p:nvPr/>
        </p:nvCxnSpPr>
        <p:spPr>
          <a:xfrm>
            <a:off x="2133009" y="1679385"/>
            <a:ext cx="38940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13"/>
          <p:cNvCxnSpPr/>
          <p:nvPr/>
        </p:nvCxnSpPr>
        <p:spPr>
          <a:xfrm>
            <a:off x="2133009" y="1878709"/>
            <a:ext cx="38988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p13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3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3"/>
          <p:cNvCxnSpPr>
            <a:endCxn id="683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13"/>
          <p:cNvCxnSpPr>
            <a:endCxn id="685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13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13"/>
          <p:cNvCxnSpPr/>
          <p:nvPr/>
        </p:nvCxnSpPr>
        <p:spPr>
          <a:xfrm rot="10800000">
            <a:off x="5882842" y="229530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13"/>
          <p:cNvCxnSpPr>
            <a:stCxn id="688" idx="3"/>
          </p:cNvCxnSpPr>
          <p:nvPr/>
        </p:nvCxnSpPr>
        <p:spPr>
          <a:xfrm rot="10800000">
            <a:off x="5882841" y="1896599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13"/>
          <p:cNvSpPr txBox="1"/>
          <p:nvPr/>
        </p:nvSpPr>
        <p:spPr>
          <a:xfrm>
            <a:off x="5557625" y="2281788"/>
            <a:ext cx="29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" name="Google Shape;690;p13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691" name="Google Shape;691;p1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1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1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4" name="Google Shape;694;p1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13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697" name="Google Shape;697;p1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8" name="Google Shape;698;p1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9" name="Google Shape;699;p1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0" name="Google Shape;700;p1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" name="Google Shape;702;p13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703" name="Google Shape;703;p1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4" name="Google Shape;704;p1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5" name="Google Shape;705;p1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6" name="Google Shape;706;p1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p13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709" name="Google Shape;709;p1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1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1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2" name="Google Shape;712;p1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13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715" name="Google Shape;715;p1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6" name="Google Shape;716;p1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7" name="Google Shape;717;p1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1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0" name="Google Shape;720;p13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p13"/>
          <p:cNvSpPr/>
          <p:nvPr/>
        </p:nvSpPr>
        <p:spPr>
          <a:xfrm>
            <a:off x="58581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p13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13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3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3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3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3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3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13" title="hea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748739" y="2036099"/>
            <a:ext cx="268205" cy="26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13" title="ventilateu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0736" y="4342323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3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p13"/>
          <p:cNvCxnSpPr>
            <a:endCxn id="734" idx="0"/>
          </p:cNvCxnSpPr>
          <p:nvPr/>
        </p:nvCxnSpPr>
        <p:spPr>
          <a:xfrm flipH="1">
            <a:off x="2978242" y="4130823"/>
            <a:ext cx="300" cy="211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13"/>
          <p:cNvCxnSpPr/>
          <p:nvPr/>
        </p:nvCxnSpPr>
        <p:spPr>
          <a:xfrm>
            <a:off x="2978634" y="4778921"/>
            <a:ext cx="0" cy="1563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13"/>
          <p:cNvCxnSpPr/>
          <p:nvPr/>
        </p:nvCxnSpPr>
        <p:spPr>
          <a:xfrm rot="10800000">
            <a:off x="2991875" y="4935275"/>
            <a:ext cx="28725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13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13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27AE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3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27AE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3"/>
          <p:cNvSpPr txBox="1"/>
          <p:nvPr/>
        </p:nvSpPr>
        <p:spPr>
          <a:xfrm>
            <a:off x="5964325" y="478375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4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#5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2" name="Google Shape;752;p14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473000"/>
                <a:gridCol w="1552275"/>
                <a:gridCol w="1796025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3" name="Google Shape;753;p14"/>
          <p:cNvSpPr/>
          <p:nvPr/>
        </p:nvSpPr>
        <p:spPr>
          <a:xfrm>
            <a:off x="2270214" y="4583072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14"/>
          <p:cNvGrpSpPr/>
          <p:nvPr/>
        </p:nvGrpSpPr>
        <p:grpSpPr>
          <a:xfrm>
            <a:off x="2563917" y="4669236"/>
            <a:ext cx="187767" cy="180167"/>
            <a:chOff x="7021900" y="938575"/>
            <a:chExt cx="243600" cy="243600"/>
          </a:xfrm>
        </p:grpSpPr>
        <p:sp>
          <p:nvSpPr>
            <p:cNvPr id="755" name="Google Shape;755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6" name="Google Shape;756;p14"/>
            <p:cNvCxnSpPr>
              <a:stCxn id="755" idx="0"/>
              <a:endCxn id="7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7" name="Google Shape;757;p14"/>
            <p:cNvCxnSpPr>
              <a:stCxn id="755" idx="2"/>
              <a:endCxn id="7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8" name="Google Shape;758;p14"/>
          <p:cNvSpPr/>
          <p:nvPr/>
        </p:nvSpPr>
        <p:spPr>
          <a:xfrm>
            <a:off x="2270216" y="2995413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4"/>
          <p:cNvSpPr txBox="1"/>
          <p:nvPr/>
        </p:nvSpPr>
        <p:spPr>
          <a:xfrm>
            <a:off x="2913113" y="3357144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0" name="Google Shape;760;p14"/>
          <p:cNvGrpSpPr/>
          <p:nvPr/>
        </p:nvGrpSpPr>
        <p:grpSpPr>
          <a:xfrm>
            <a:off x="4217180" y="3081593"/>
            <a:ext cx="187767" cy="180167"/>
            <a:chOff x="7021900" y="938575"/>
            <a:chExt cx="243600" cy="243600"/>
          </a:xfrm>
        </p:grpSpPr>
        <p:sp>
          <p:nvSpPr>
            <p:cNvPr id="761" name="Google Shape;761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2" name="Google Shape;762;p14"/>
            <p:cNvCxnSpPr>
              <a:stCxn id="761" idx="0"/>
              <a:endCxn id="76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3" name="Google Shape;763;p14"/>
            <p:cNvCxnSpPr>
              <a:stCxn id="761" idx="2"/>
              <a:endCxn id="76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64" name="Google Shape;764;p14"/>
          <p:cNvGrpSpPr/>
          <p:nvPr/>
        </p:nvGrpSpPr>
        <p:grpSpPr>
          <a:xfrm>
            <a:off x="3622681" y="3081593"/>
            <a:ext cx="187767" cy="180167"/>
            <a:chOff x="7021900" y="938575"/>
            <a:chExt cx="243600" cy="243600"/>
          </a:xfrm>
        </p:grpSpPr>
        <p:sp>
          <p:nvSpPr>
            <p:cNvPr id="765" name="Google Shape;765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6" name="Google Shape;766;p14"/>
            <p:cNvCxnSpPr>
              <a:stCxn id="765" idx="0"/>
              <a:endCxn id="76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7" name="Google Shape;767;p14"/>
            <p:cNvCxnSpPr>
              <a:stCxn id="765" idx="2"/>
              <a:endCxn id="76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68" name="Google Shape;768;p14"/>
          <p:cNvGrpSpPr/>
          <p:nvPr/>
        </p:nvGrpSpPr>
        <p:grpSpPr>
          <a:xfrm>
            <a:off x="3043451" y="3081593"/>
            <a:ext cx="187767" cy="180167"/>
            <a:chOff x="7021900" y="938575"/>
            <a:chExt cx="243600" cy="243600"/>
          </a:xfrm>
        </p:grpSpPr>
        <p:sp>
          <p:nvSpPr>
            <p:cNvPr id="769" name="Google Shape;769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0" name="Google Shape;770;p14"/>
            <p:cNvCxnSpPr>
              <a:stCxn id="769" idx="0"/>
              <a:endCxn id="76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1" name="Google Shape;771;p14"/>
            <p:cNvCxnSpPr>
              <a:stCxn id="769" idx="2"/>
              <a:endCxn id="76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2" name="Google Shape;772;p14"/>
          <p:cNvGrpSpPr/>
          <p:nvPr/>
        </p:nvGrpSpPr>
        <p:grpSpPr>
          <a:xfrm>
            <a:off x="2438307" y="3081593"/>
            <a:ext cx="187767" cy="180167"/>
            <a:chOff x="7021900" y="938575"/>
            <a:chExt cx="243600" cy="243600"/>
          </a:xfrm>
        </p:grpSpPr>
        <p:sp>
          <p:nvSpPr>
            <p:cNvPr id="773" name="Google Shape;773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4" name="Google Shape;774;p14"/>
            <p:cNvCxnSpPr>
              <a:stCxn id="773" idx="0"/>
              <a:endCxn id="77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14"/>
            <p:cNvCxnSpPr>
              <a:stCxn id="773" idx="2"/>
              <a:endCxn id="77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6" name="Google Shape;776;p14"/>
          <p:cNvGrpSpPr/>
          <p:nvPr/>
        </p:nvGrpSpPr>
        <p:grpSpPr>
          <a:xfrm>
            <a:off x="4776298" y="3081593"/>
            <a:ext cx="187767" cy="180167"/>
            <a:chOff x="7021900" y="938575"/>
            <a:chExt cx="243600" cy="243600"/>
          </a:xfrm>
        </p:grpSpPr>
        <p:sp>
          <p:nvSpPr>
            <p:cNvPr id="777" name="Google Shape;777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8" name="Google Shape;778;p14"/>
            <p:cNvCxnSpPr>
              <a:stCxn id="777" idx="0"/>
              <a:endCxn id="77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14"/>
            <p:cNvCxnSpPr>
              <a:stCxn id="777" idx="2"/>
              <a:endCxn id="77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80" name="Google Shape;780;p14"/>
          <p:cNvGrpSpPr/>
          <p:nvPr/>
        </p:nvGrpSpPr>
        <p:grpSpPr>
          <a:xfrm>
            <a:off x="5347056" y="3081593"/>
            <a:ext cx="187767" cy="180167"/>
            <a:chOff x="7021900" y="938575"/>
            <a:chExt cx="243600" cy="243600"/>
          </a:xfrm>
        </p:grpSpPr>
        <p:sp>
          <p:nvSpPr>
            <p:cNvPr id="781" name="Google Shape;781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2" name="Google Shape;782;p14"/>
            <p:cNvCxnSpPr>
              <a:stCxn id="781" idx="0"/>
              <a:endCxn id="78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14"/>
            <p:cNvCxnSpPr>
              <a:stCxn id="781" idx="2"/>
              <a:endCxn id="78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84" name="Google Shape;784;p14"/>
          <p:cNvGrpSpPr/>
          <p:nvPr/>
        </p:nvGrpSpPr>
        <p:grpSpPr>
          <a:xfrm>
            <a:off x="5917813" y="3081593"/>
            <a:ext cx="187767" cy="180167"/>
            <a:chOff x="7021900" y="938575"/>
            <a:chExt cx="243600" cy="243600"/>
          </a:xfrm>
        </p:grpSpPr>
        <p:sp>
          <p:nvSpPr>
            <p:cNvPr id="785" name="Google Shape;785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6" name="Google Shape;786;p14"/>
            <p:cNvCxnSpPr>
              <a:stCxn id="785" idx="0"/>
              <a:endCxn id="78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14"/>
            <p:cNvCxnSpPr>
              <a:stCxn id="785" idx="2"/>
              <a:endCxn id="78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88" name="Google Shape;788;p14"/>
          <p:cNvGrpSpPr/>
          <p:nvPr/>
        </p:nvGrpSpPr>
        <p:grpSpPr>
          <a:xfrm>
            <a:off x="3947470" y="4669236"/>
            <a:ext cx="187767" cy="180167"/>
            <a:chOff x="7021900" y="938575"/>
            <a:chExt cx="243600" cy="243600"/>
          </a:xfrm>
        </p:grpSpPr>
        <p:sp>
          <p:nvSpPr>
            <p:cNvPr id="789" name="Google Shape;789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14"/>
            <p:cNvCxnSpPr>
              <a:stCxn id="789" idx="0"/>
              <a:endCxn id="78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14"/>
            <p:cNvCxnSpPr>
              <a:stCxn id="789" idx="2"/>
              <a:endCxn id="78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92" name="Google Shape;792;p14"/>
          <p:cNvGrpSpPr/>
          <p:nvPr/>
        </p:nvGrpSpPr>
        <p:grpSpPr>
          <a:xfrm>
            <a:off x="3486286" y="4669236"/>
            <a:ext cx="187767" cy="180167"/>
            <a:chOff x="7021900" y="938575"/>
            <a:chExt cx="243600" cy="243600"/>
          </a:xfrm>
        </p:grpSpPr>
        <p:sp>
          <p:nvSpPr>
            <p:cNvPr id="793" name="Google Shape;793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4" name="Google Shape;794;p14"/>
            <p:cNvCxnSpPr>
              <a:stCxn id="793" idx="0"/>
              <a:endCxn id="79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14"/>
            <p:cNvCxnSpPr>
              <a:stCxn id="793" idx="2"/>
              <a:endCxn id="79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96" name="Google Shape;796;p14"/>
          <p:cNvGrpSpPr/>
          <p:nvPr/>
        </p:nvGrpSpPr>
        <p:grpSpPr>
          <a:xfrm>
            <a:off x="3025102" y="4669236"/>
            <a:ext cx="187767" cy="180167"/>
            <a:chOff x="7021900" y="938575"/>
            <a:chExt cx="243600" cy="243600"/>
          </a:xfrm>
        </p:grpSpPr>
        <p:sp>
          <p:nvSpPr>
            <p:cNvPr id="797" name="Google Shape;797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" name="Google Shape;798;p14"/>
            <p:cNvCxnSpPr>
              <a:stCxn id="797" idx="0"/>
              <a:endCxn id="7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14"/>
            <p:cNvCxnSpPr>
              <a:stCxn id="797" idx="2"/>
              <a:endCxn id="7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0" name="Google Shape;800;p14"/>
          <p:cNvGrpSpPr/>
          <p:nvPr/>
        </p:nvGrpSpPr>
        <p:grpSpPr>
          <a:xfrm>
            <a:off x="4408655" y="4669236"/>
            <a:ext cx="187767" cy="180167"/>
            <a:chOff x="7021900" y="938575"/>
            <a:chExt cx="243600" cy="243600"/>
          </a:xfrm>
        </p:grpSpPr>
        <p:sp>
          <p:nvSpPr>
            <p:cNvPr id="801" name="Google Shape;801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2" name="Google Shape;802;p14"/>
            <p:cNvCxnSpPr>
              <a:stCxn id="801" idx="0"/>
              <a:endCxn id="80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3" name="Google Shape;803;p14"/>
            <p:cNvCxnSpPr>
              <a:stCxn id="801" idx="2"/>
              <a:endCxn id="80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4" name="Google Shape;804;p14"/>
          <p:cNvGrpSpPr/>
          <p:nvPr/>
        </p:nvGrpSpPr>
        <p:grpSpPr>
          <a:xfrm>
            <a:off x="4869839" y="4669236"/>
            <a:ext cx="187767" cy="180167"/>
            <a:chOff x="7021900" y="938575"/>
            <a:chExt cx="243600" cy="243600"/>
          </a:xfrm>
        </p:grpSpPr>
        <p:sp>
          <p:nvSpPr>
            <p:cNvPr id="805" name="Google Shape;805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6" name="Google Shape;806;p14"/>
            <p:cNvCxnSpPr>
              <a:stCxn id="805" idx="0"/>
              <a:endCxn id="80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7" name="Google Shape;807;p14"/>
            <p:cNvCxnSpPr>
              <a:stCxn id="805" idx="2"/>
              <a:endCxn id="80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8" name="Google Shape;808;p14"/>
          <p:cNvGrpSpPr/>
          <p:nvPr/>
        </p:nvGrpSpPr>
        <p:grpSpPr>
          <a:xfrm>
            <a:off x="5331024" y="4669236"/>
            <a:ext cx="187767" cy="180167"/>
            <a:chOff x="7021900" y="938575"/>
            <a:chExt cx="243600" cy="243600"/>
          </a:xfrm>
        </p:grpSpPr>
        <p:sp>
          <p:nvSpPr>
            <p:cNvPr id="809" name="Google Shape;809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" name="Google Shape;810;p14"/>
            <p:cNvCxnSpPr>
              <a:stCxn id="809" idx="0"/>
              <a:endCxn id="8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1" name="Google Shape;811;p14"/>
            <p:cNvCxnSpPr>
              <a:stCxn id="809" idx="2"/>
              <a:endCxn id="8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12" name="Google Shape;812;p14"/>
          <p:cNvGrpSpPr/>
          <p:nvPr/>
        </p:nvGrpSpPr>
        <p:grpSpPr>
          <a:xfrm>
            <a:off x="5792208" y="4669236"/>
            <a:ext cx="187767" cy="180167"/>
            <a:chOff x="7021900" y="938575"/>
            <a:chExt cx="243600" cy="243600"/>
          </a:xfrm>
        </p:grpSpPr>
        <p:sp>
          <p:nvSpPr>
            <p:cNvPr id="813" name="Google Shape;813;p1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14"/>
            <p:cNvCxnSpPr>
              <a:stCxn id="813" idx="0"/>
              <a:endCxn id="8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5" name="Google Shape;815;p14"/>
            <p:cNvCxnSpPr>
              <a:stCxn id="813" idx="2"/>
              <a:endCxn id="8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6" name="Google Shape;816;p14"/>
          <p:cNvSpPr txBox="1"/>
          <p:nvPr/>
        </p:nvSpPr>
        <p:spPr>
          <a:xfrm>
            <a:off x="2375162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4"/>
          <p:cNvSpPr txBox="1"/>
          <p:nvPr/>
        </p:nvSpPr>
        <p:spPr>
          <a:xfrm>
            <a:off x="2836347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4"/>
          <p:cNvSpPr txBox="1"/>
          <p:nvPr/>
        </p:nvSpPr>
        <p:spPr>
          <a:xfrm>
            <a:off x="3297531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4"/>
          <p:cNvSpPr txBox="1"/>
          <p:nvPr/>
        </p:nvSpPr>
        <p:spPr>
          <a:xfrm>
            <a:off x="3758715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4"/>
          <p:cNvSpPr txBox="1"/>
          <p:nvPr/>
        </p:nvSpPr>
        <p:spPr>
          <a:xfrm>
            <a:off x="4219900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4"/>
          <p:cNvSpPr txBox="1"/>
          <p:nvPr/>
        </p:nvSpPr>
        <p:spPr>
          <a:xfrm>
            <a:off x="4681084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4"/>
          <p:cNvSpPr txBox="1"/>
          <p:nvPr/>
        </p:nvSpPr>
        <p:spPr>
          <a:xfrm>
            <a:off x="5142268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4"/>
          <p:cNvSpPr txBox="1"/>
          <p:nvPr/>
        </p:nvSpPr>
        <p:spPr>
          <a:xfrm>
            <a:off x="5603453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4" name="Google Shape;824;p14"/>
          <p:cNvCxnSpPr/>
          <p:nvPr/>
        </p:nvCxnSpPr>
        <p:spPr>
          <a:xfrm>
            <a:off x="1682037" y="1647953"/>
            <a:ext cx="44784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14"/>
          <p:cNvCxnSpPr/>
          <p:nvPr/>
        </p:nvCxnSpPr>
        <p:spPr>
          <a:xfrm>
            <a:off x="1682037" y="1878093"/>
            <a:ext cx="4478400" cy="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6" name="Google Shape;826;p14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158" y="2128288"/>
            <a:ext cx="525356" cy="5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14"/>
          <p:cNvSpPr txBox="1"/>
          <p:nvPr/>
        </p:nvSpPr>
        <p:spPr>
          <a:xfrm>
            <a:off x="1375017" y="172798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4"/>
          <p:cNvSpPr txBox="1"/>
          <p:nvPr/>
        </p:nvSpPr>
        <p:spPr>
          <a:xfrm>
            <a:off x="1375017" y="149784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14"/>
          <p:cNvCxnSpPr/>
          <p:nvPr/>
        </p:nvCxnSpPr>
        <p:spPr>
          <a:xfrm rot="10800000">
            <a:off x="2532044" y="1878294"/>
            <a:ext cx="0" cy="11145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14"/>
          <p:cNvCxnSpPr/>
          <p:nvPr/>
        </p:nvCxnSpPr>
        <p:spPr>
          <a:xfrm rot="10800000">
            <a:off x="3137535" y="1657722"/>
            <a:ext cx="0" cy="13344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14"/>
          <p:cNvSpPr/>
          <p:nvPr/>
        </p:nvSpPr>
        <p:spPr>
          <a:xfrm>
            <a:off x="3108949" y="1620438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4"/>
          <p:cNvSpPr/>
          <p:nvPr/>
        </p:nvSpPr>
        <p:spPr>
          <a:xfrm>
            <a:off x="2503486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14"/>
          <p:cNvCxnSpPr>
            <a:endCxn id="826" idx="2"/>
          </p:cNvCxnSpPr>
          <p:nvPr/>
        </p:nvCxnSpPr>
        <p:spPr>
          <a:xfrm rot="10800000">
            <a:off x="4309836" y="2632393"/>
            <a:ext cx="0" cy="3537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4" name="Google Shape;834;p14"/>
          <p:cNvCxnSpPr/>
          <p:nvPr/>
        </p:nvCxnSpPr>
        <p:spPr>
          <a:xfrm rot="10800000">
            <a:off x="3719673" y="2805548"/>
            <a:ext cx="0" cy="1899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5" name="Google Shape;835;p14"/>
          <p:cNvCxnSpPr/>
          <p:nvPr/>
        </p:nvCxnSpPr>
        <p:spPr>
          <a:xfrm rot="10800000">
            <a:off x="4868626" y="2806085"/>
            <a:ext cx="0" cy="1938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14"/>
          <p:cNvCxnSpPr/>
          <p:nvPr/>
        </p:nvCxnSpPr>
        <p:spPr>
          <a:xfrm rot="10800000">
            <a:off x="4524900" y="2512994"/>
            <a:ext cx="346500" cy="2994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14"/>
          <p:cNvCxnSpPr/>
          <p:nvPr/>
        </p:nvCxnSpPr>
        <p:spPr>
          <a:xfrm flipH="1" rot="10800000">
            <a:off x="3717303" y="2514445"/>
            <a:ext cx="377400" cy="301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14"/>
          <p:cNvSpPr txBox="1"/>
          <p:nvPr/>
        </p:nvSpPr>
        <p:spPr>
          <a:xfrm>
            <a:off x="3369304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4"/>
          <p:cNvSpPr txBox="1"/>
          <p:nvPr/>
        </p:nvSpPr>
        <p:spPr>
          <a:xfrm>
            <a:off x="3950275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4"/>
          <p:cNvSpPr txBox="1"/>
          <p:nvPr/>
        </p:nvSpPr>
        <p:spPr>
          <a:xfrm>
            <a:off x="4517959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1" name="Google Shape;841;p14"/>
          <p:cNvGrpSpPr/>
          <p:nvPr/>
        </p:nvGrpSpPr>
        <p:grpSpPr>
          <a:xfrm>
            <a:off x="3601357" y="3347855"/>
            <a:ext cx="137425" cy="744114"/>
            <a:chOff x="5994550" y="3527588"/>
            <a:chExt cx="229500" cy="1242675"/>
          </a:xfrm>
        </p:grpSpPr>
        <p:cxnSp>
          <p:nvCxnSpPr>
            <p:cNvPr id="842" name="Google Shape;842;p1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3" name="Google Shape;843;p1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4" name="Google Shape;844;p1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5" name="Google Shape;845;p1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14"/>
          <p:cNvGrpSpPr/>
          <p:nvPr/>
        </p:nvGrpSpPr>
        <p:grpSpPr>
          <a:xfrm>
            <a:off x="4195660" y="3347855"/>
            <a:ext cx="137425" cy="744114"/>
            <a:chOff x="5994550" y="3527588"/>
            <a:chExt cx="229500" cy="1242675"/>
          </a:xfrm>
        </p:grpSpPr>
        <p:cxnSp>
          <p:nvCxnSpPr>
            <p:cNvPr id="848" name="Google Shape;848;p1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1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1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1" name="Google Shape;851;p1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3" name="Google Shape;853;p14"/>
          <p:cNvGrpSpPr/>
          <p:nvPr/>
        </p:nvGrpSpPr>
        <p:grpSpPr>
          <a:xfrm>
            <a:off x="4754870" y="3343379"/>
            <a:ext cx="137425" cy="744114"/>
            <a:chOff x="5994550" y="3527588"/>
            <a:chExt cx="229500" cy="1242675"/>
          </a:xfrm>
        </p:grpSpPr>
        <p:cxnSp>
          <p:nvCxnSpPr>
            <p:cNvPr id="854" name="Google Shape;854;p1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5" name="Google Shape;855;p1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6" name="Google Shape;856;p1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7" name="Google Shape;857;p1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14"/>
          <p:cNvGrpSpPr/>
          <p:nvPr/>
        </p:nvGrpSpPr>
        <p:grpSpPr>
          <a:xfrm>
            <a:off x="5325654" y="3351029"/>
            <a:ext cx="137425" cy="744114"/>
            <a:chOff x="5994550" y="3527588"/>
            <a:chExt cx="229500" cy="1242675"/>
          </a:xfrm>
        </p:grpSpPr>
        <p:cxnSp>
          <p:nvCxnSpPr>
            <p:cNvPr id="860" name="Google Shape;860;p1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1" name="Google Shape;861;p1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2" name="Google Shape;862;p1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3" name="Google Shape;863;p1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5" name="Google Shape;865;p14"/>
          <p:cNvGrpSpPr/>
          <p:nvPr/>
        </p:nvGrpSpPr>
        <p:grpSpPr>
          <a:xfrm>
            <a:off x="5896437" y="3343379"/>
            <a:ext cx="137425" cy="744114"/>
            <a:chOff x="5994550" y="3527588"/>
            <a:chExt cx="229500" cy="1242675"/>
          </a:xfrm>
        </p:grpSpPr>
        <p:cxnSp>
          <p:nvCxnSpPr>
            <p:cNvPr id="866" name="Google Shape;866;p1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1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8" name="Google Shape;868;p1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9" name="Google Shape;869;p1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1" name="Google Shape;871;p14"/>
          <p:cNvCxnSpPr/>
          <p:nvPr/>
        </p:nvCxnSpPr>
        <p:spPr>
          <a:xfrm rot="10800000">
            <a:off x="3130925" y="4094853"/>
            <a:ext cx="28896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14"/>
          <p:cNvCxnSpPr/>
          <p:nvPr/>
        </p:nvCxnSpPr>
        <p:spPr>
          <a:xfrm>
            <a:off x="3139062" y="3352518"/>
            <a:ext cx="0" cy="7437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3" name="Google Shape;873;p14"/>
          <p:cNvSpPr/>
          <p:nvPr/>
        </p:nvSpPr>
        <p:spPr>
          <a:xfrm>
            <a:off x="5983099" y="4060845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4"/>
          <p:cNvSpPr/>
          <p:nvPr/>
        </p:nvSpPr>
        <p:spPr>
          <a:xfrm>
            <a:off x="5409246" y="4072410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4"/>
          <p:cNvSpPr/>
          <p:nvPr/>
        </p:nvSpPr>
        <p:spPr>
          <a:xfrm>
            <a:off x="4842722" y="4072402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4"/>
          <p:cNvSpPr/>
          <p:nvPr/>
        </p:nvSpPr>
        <p:spPr>
          <a:xfrm>
            <a:off x="4282673" y="4069289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4"/>
          <p:cNvSpPr/>
          <p:nvPr/>
        </p:nvSpPr>
        <p:spPr>
          <a:xfrm>
            <a:off x="3682300" y="4072417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4"/>
          <p:cNvSpPr txBox="1"/>
          <p:nvPr/>
        </p:nvSpPr>
        <p:spPr>
          <a:xfrm>
            <a:off x="3423965" y="33571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4"/>
          <p:cNvSpPr txBox="1"/>
          <p:nvPr/>
        </p:nvSpPr>
        <p:spPr>
          <a:xfrm>
            <a:off x="4016150" y="3339525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4"/>
          <p:cNvSpPr txBox="1"/>
          <p:nvPr/>
        </p:nvSpPr>
        <p:spPr>
          <a:xfrm>
            <a:off x="4586026" y="33377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4"/>
          <p:cNvSpPr txBox="1"/>
          <p:nvPr/>
        </p:nvSpPr>
        <p:spPr>
          <a:xfrm>
            <a:off x="51314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4"/>
          <p:cNvSpPr txBox="1"/>
          <p:nvPr/>
        </p:nvSpPr>
        <p:spPr>
          <a:xfrm>
            <a:off x="57257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4"/>
          <p:cNvSpPr txBox="1"/>
          <p:nvPr/>
        </p:nvSpPr>
        <p:spPr>
          <a:xfrm>
            <a:off x="2290493" y="3336589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14"/>
          <p:cNvCxnSpPr>
            <a:stCxn id="826" idx="0"/>
          </p:cNvCxnSpPr>
          <p:nvPr/>
        </p:nvCxnSpPr>
        <p:spPr>
          <a:xfrm rot="10800000">
            <a:off x="4309836" y="1883188"/>
            <a:ext cx="0" cy="2451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14"/>
          <p:cNvSpPr/>
          <p:nvPr/>
        </p:nvSpPr>
        <p:spPr>
          <a:xfrm>
            <a:off x="4281273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4"/>
          <p:cNvSpPr txBox="1"/>
          <p:nvPr/>
        </p:nvSpPr>
        <p:spPr>
          <a:xfrm>
            <a:off x="3945384" y="1912979"/>
            <a:ext cx="346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7" name="Google Shape;887;p14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362625" y="2238212"/>
            <a:ext cx="344375" cy="35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8" name="Google Shape;888;p14"/>
          <p:cNvCxnSpPr/>
          <p:nvPr/>
        </p:nvCxnSpPr>
        <p:spPr>
          <a:xfrm rot="10800000">
            <a:off x="5441122" y="258312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14"/>
          <p:cNvCxnSpPr/>
          <p:nvPr/>
        </p:nvCxnSpPr>
        <p:spPr>
          <a:xfrm rot="10800000">
            <a:off x="5449647" y="1876503"/>
            <a:ext cx="0" cy="3723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14"/>
          <p:cNvSpPr/>
          <p:nvPr/>
        </p:nvSpPr>
        <p:spPr>
          <a:xfrm>
            <a:off x="5421149" y="185058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4"/>
          <p:cNvSpPr txBox="1"/>
          <p:nvPr/>
        </p:nvSpPr>
        <p:spPr>
          <a:xfrm>
            <a:off x="5099446" y="2683185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5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#6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5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0" name="Google Shape;900;p15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438550"/>
                <a:gridCol w="1520050"/>
                <a:gridCol w="186270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1" name="Google Shape;901;p15"/>
          <p:cNvSpPr/>
          <p:nvPr/>
        </p:nvSpPr>
        <p:spPr>
          <a:xfrm>
            <a:off x="2730276" y="4175366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15"/>
          <p:cNvGrpSpPr/>
          <p:nvPr/>
        </p:nvGrpSpPr>
        <p:grpSpPr>
          <a:xfrm>
            <a:off x="2984016" y="4249834"/>
            <a:ext cx="162384" cy="155807"/>
            <a:chOff x="7021900" y="938575"/>
            <a:chExt cx="243600" cy="243600"/>
          </a:xfrm>
        </p:grpSpPr>
        <p:sp>
          <p:nvSpPr>
            <p:cNvPr id="903" name="Google Shape;903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4" name="Google Shape;904;p15"/>
            <p:cNvCxnSpPr>
              <a:stCxn id="903" idx="0"/>
              <a:endCxn id="90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5" name="Google Shape;905;p15"/>
            <p:cNvCxnSpPr>
              <a:stCxn id="903" idx="2"/>
              <a:endCxn id="90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6" name="Google Shape;906;p15"/>
          <p:cNvSpPr/>
          <p:nvPr/>
        </p:nvSpPr>
        <p:spPr>
          <a:xfrm>
            <a:off x="2730277" y="2802251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5"/>
          <p:cNvSpPr txBox="1"/>
          <p:nvPr/>
        </p:nvSpPr>
        <p:spPr>
          <a:xfrm>
            <a:off x="3286297" y="3115100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8" name="Google Shape;908;p15"/>
          <p:cNvGrpSpPr/>
          <p:nvPr/>
        </p:nvGrpSpPr>
        <p:grpSpPr>
          <a:xfrm>
            <a:off x="4413867" y="2876733"/>
            <a:ext cx="162384" cy="155807"/>
            <a:chOff x="7021900" y="938575"/>
            <a:chExt cx="243600" cy="243600"/>
          </a:xfrm>
        </p:grpSpPr>
        <p:sp>
          <p:nvSpPr>
            <p:cNvPr id="909" name="Google Shape;909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0" name="Google Shape;910;p15"/>
            <p:cNvCxnSpPr>
              <a:stCxn id="909" idx="0"/>
              <a:endCxn id="9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1" name="Google Shape;911;p15"/>
            <p:cNvCxnSpPr>
              <a:stCxn id="909" idx="2"/>
              <a:endCxn id="9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12" name="Google Shape;912;p15"/>
          <p:cNvGrpSpPr/>
          <p:nvPr/>
        </p:nvGrpSpPr>
        <p:grpSpPr>
          <a:xfrm>
            <a:off x="3899705" y="2876733"/>
            <a:ext cx="162384" cy="155807"/>
            <a:chOff x="7021900" y="938575"/>
            <a:chExt cx="243600" cy="243600"/>
          </a:xfrm>
        </p:grpSpPr>
        <p:sp>
          <p:nvSpPr>
            <p:cNvPr id="913" name="Google Shape;913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4" name="Google Shape;914;p15"/>
            <p:cNvCxnSpPr>
              <a:stCxn id="913" idx="0"/>
              <a:endCxn id="9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5" name="Google Shape;915;p15"/>
            <p:cNvCxnSpPr>
              <a:stCxn id="913" idx="2"/>
              <a:endCxn id="9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16" name="Google Shape;916;p15"/>
          <p:cNvGrpSpPr/>
          <p:nvPr/>
        </p:nvGrpSpPr>
        <p:grpSpPr>
          <a:xfrm>
            <a:off x="3398749" y="2876733"/>
            <a:ext cx="162384" cy="155807"/>
            <a:chOff x="7021900" y="938575"/>
            <a:chExt cx="243600" cy="243600"/>
          </a:xfrm>
        </p:grpSpPr>
        <p:sp>
          <p:nvSpPr>
            <p:cNvPr id="917" name="Google Shape;917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8" name="Google Shape;918;p15"/>
            <p:cNvCxnSpPr>
              <a:stCxn id="917" idx="0"/>
              <a:endCxn id="91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9" name="Google Shape;919;p15"/>
            <p:cNvCxnSpPr>
              <a:stCxn id="917" idx="2"/>
              <a:endCxn id="91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0" name="Google Shape;920;p15"/>
          <p:cNvGrpSpPr/>
          <p:nvPr/>
        </p:nvGrpSpPr>
        <p:grpSpPr>
          <a:xfrm>
            <a:off x="2875381" y="2876733"/>
            <a:ext cx="162384" cy="155807"/>
            <a:chOff x="7021900" y="938575"/>
            <a:chExt cx="243600" cy="243600"/>
          </a:xfrm>
        </p:grpSpPr>
        <p:sp>
          <p:nvSpPr>
            <p:cNvPr id="921" name="Google Shape;921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2" name="Google Shape;922;p15"/>
            <p:cNvCxnSpPr>
              <a:stCxn id="921" idx="0"/>
              <a:endCxn id="92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3" name="Google Shape;923;p15"/>
            <p:cNvCxnSpPr>
              <a:stCxn id="921" idx="2"/>
              <a:endCxn id="92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4" name="Google Shape;924;p15"/>
          <p:cNvGrpSpPr/>
          <p:nvPr/>
        </p:nvGrpSpPr>
        <p:grpSpPr>
          <a:xfrm>
            <a:off x="4897430" y="2876733"/>
            <a:ext cx="162384" cy="155807"/>
            <a:chOff x="7021900" y="938575"/>
            <a:chExt cx="243600" cy="243600"/>
          </a:xfrm>
        </p:grpSpPr>
        <p:sp>
          <p:nvSpPr>
            <p:cNvPr id="925" name="Google Shape;925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6" name="Google Shape;926;p15"/>
            <p:cNvCxnSpPr>
              <a:stCxn id="925" idx="0"/>
              <a:endCxn id="92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7" name="Google Shape;927;p15"/>
            <p:cNvCxnSpPr>
              <a:stCxn id="925" idx="2"/>
              <a:endCxn id="92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8" name="Google Shape;928;p15"/>
          <p:cNvGrpSpPr/>
          <p:nvPr/>
        </p:nvGrpSpPr>
        <p:grpSpPr>
          <a:xfrm>
            <a:off x="5391059" y="2876733"/>
            <a:ext cx="162384" cy="155807"/>
            <a:chOff x="7021900" y="938575"/>
            <a:chExt cx="243600" cy="243600"/>
          </a:xfrm>
        </p:grpSpPr>
        <p:sp>
          <p:nvSpPr>
            <p:cNvPr id="929" name="Google Shape;929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0" name="Google Shape;930;p15"/>
            <p:cNvCxnSpPr>
              <a:stCxn id="929" idx="0"/>
              <a:endCxn id="92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1" name="Google Shape;931;p15"/>
            <p:cNvCxnSpPr>
              <a:stCxn id="929" idx="2"/>
              <a:endCxn id="92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32" name="Google Shape;932;p15"/>
          <p:cNvGrpSpPr/>
          <p:nvPr/>
        </p:nvGrpSpPr>
        <p:grpSpPr>
          <a:xfrm>
            <a:off x="5884688" y="2876733"/>
            <a:ext cx="162384" cy="155807"/>
            <a:chOff x="7021900" y="938575"/>
            <a:chExt cx="243600" cy="243600"/>
          </a:xfrm>
        </p:grpSpPr>
        <p:sp>
          <p:nvSpPr>
            <p:cNvPr id="933" name="Google Shape;933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4" name="Google Shape;934;p15"/>
            <p:cNvCxnSpPr>
              <a:stCxn id="933" idx="0"/>
              <a:endCxn id="93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15"/>
            <p:cNvCxnSpPr>
              <a:stCxn id="933" idx="2"/>
              <a:endCxn id="93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36" name="Google Shape;936;p15"/>
          <p:cNvGrpSpPr/>
          <p:nvPr/>
        </p:nvGrpSpPr>
        <p:grpSpPr>
          <a:xfrm>
            <a:off x="4180605" y="4249834"/>
            <a:ext cx="162384" cy="155807"/>
            <a:chOff x="7021900" y="938575"/>
            <a:chExt cx="243600" cy="243600"/>
          </a:xfrm>
        </p:grpSpPr>
        <p:sp>
          <p:nvSpPr>
            <p:cNvPr id="937" name="Google Shape;937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" name="Google Shape;938;p15"/>
            <p:cNvCxnSpPr>
              <a:stCxn id="937" idx="0"/>
              <a:endCxn id="93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15"/>
            <p:cNvCxnSpPr>
              <a:stCxn id="937" idx="2"/>
              <a:endCxn id="93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0" name="Google Shape;940;p15"/>
          <p:cNvGrpSpPr/>
          <p:nvPr/>
        </p:nvGrpSpPr>
        <p:grpSpPr>
          <a:xfrm>
            <a:off x="3781742" y="4249834"/>
            <a:ext cx="162384" cy="155807"/>
            <a:chOff x="7021900" y="938575"/>
            <a:chExt cx="243600" cy="243600"/>
          </a:xfrm>
        </p:grpSpPr>
        <p:sp>
          <p:nvSpPr>
            <p:cNvPr id="941" name="Google Shape;941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2" name="Google Shape;942;p15"/>
            <p:cNvCxnSpPr>
              <a:stCxn id="941" idx="0"/>
              <a:endCxn id="94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3" name="Google Shape;943;p15"/>
            <p:cNvCxnSpPr>
              <a:stCxn id="941" idx="2"/>
              <a:endCxn id="94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4" name="Google Shape;944;p15"/>
          <p:cNvGrpSpPr/>
          <p:nvPr/>
        </p:nvGrpSpPr>
        <p:grpSpPr>
          <a:xfrm>
            <a:off x="3382879" y="4249834"/>
            <a:ext cx="162384" cy="155807"/>
            <a:chOff x="7021900" y="938575"/>
            <a:chExt cx="243600" cy="243600"/>
          </a:xfrm>
        </p:grpSpPr>
        <p:sp>
          <p:nvSpPr>
            <p:cNvPr id="945" name="Google Shape;945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6" name="Google Shape;946;p15"/>
            <p:cNvCxnSpPr>
              <a:stCxn id="945" idx="0"/>
              <a:endCxn id="94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p15"/>
            <p:cNvCxnSpPr>
              <a:stCxn id="945" idx="2"/>
              <a:endCxn id="94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8" name="Google Shape;948;p15"/>
          <p:cNvGrpSpPr/>
          <p:nvPr/>
        </p:nvGrpSpPr>
        <p:grpSpPr>
          <a:xfrm>
            <a:off x="4579468" y="4249834"/>
            <a:ext cx="162384" cy="155807"/>
            <a:chOff x="7021900" y="938575"/>
            <a:chExt cx="243600" cy="243600"/>
          </a:xfrm>
        </p:grpSpPr>
        <p:sp>
          <p:nvSpPr>
            <p:cNvPr id="949" name="Google Shape;949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0" name="Google Shape;950;p15"/>
            <p:cNvCxnSpPr>
              <a:stCxn id="949" idx="0"/>
              <a:endCxn id="94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1" name="Google Shape;951;p15"/>
            <p:cNvCxnSpPr>
              <a:stCxn id="949" idx="2"/>
              <a:endCxn id="94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52" name="Google Shape;952;p15"/>
          <p:cNvGrpSpPr/>
          <p:nvPr/>
        </p:nvGrpSpPr>
        <p:grpSpPr>
          <a:xfrm>
            <a:off x="4978330" y="4249834"/>
            <a:ext cx="162384" cy="155807"/>
            <a:chOff x="7021900" y="938575"/>
            <a:chExt cx="243600" cy="243600"/>
          </a:xfrm>
        </p:grpSpPr>
        <p:sp>
          <p:nvSpPr>
            <p:cNvPr id="953" name="Google Shape;953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4" name="Google Shape;954;p15"/>
            <p:cNvCxnSpPr>
              <a:stCxn id="953" idx="0"/>
              <a:endCxn id="95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15"/>
            <p:cNvCxnSpPr>
              <a:stCxn id="953" idx="2"/>
              <a:endCxn id="95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56" name="Google Shape;956;p15"/>
          <p:cNvGrpSpPr/>
          <p:nvPr/>
        </p:nvGrpSpPr>
        <p:grpSpPr>
          <a:xfrm>
            <a:off x="5377193" y="4249834"/>
            <a:ext cx="162384" cy="155807"/>
            <a:chOff x="7021900" y="938575"/>
            <a:chExt cx="243600" cy="243600"/>
          </a:xfrm>
        </p:grpSpPr>
        <p:sp>
          <p:nvSpPr>
            <p:cNvPr id="957" name="Google Shape;957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8" name="Google Shape;958;p15"/>
            <p:cNvCxnSpPr>
              <a:stCxn id="957" idx="0"/>
              <a:endCxn id="95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9" name="Google Shape;959;p15"/>
            <p:cNvCxnSpPr>
              <a:stCxn id="957" idx="2"/>
              <a:endCxn id="95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60" name="Google Shape;960;p15"/>
          <p:cNvGrpSpPr/>
          <p:nvPr/>
        </p:nvGrpSpPr>
        <p:grpSpPr>
          <a:xfrm>
            <a:off x="5776056" y="4249834"/>
            <a:ext cx="162384" cy="155807"/>
            <a:chOff x="7021900" y="938575"/>
            <a:chExt cx="243600" cy="243600"/>
          </a:xfrm>
        </p:grpSpPr>
        <p:sp>
          <p:nvSpPr>
            <p:cNvPr id="961" name="Google Shape;961;p1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15"/>
            <p:cNvCxnSpPr>
              <a:stCxn id="961" idx="0"/>
              <a:endCxn id="96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3" name="Google Shape;963;p15"/>
            <p:cNvCxnSpPr>
              <a:stCxn id="961" idx="2"/>
              <a:endCxn id="96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4" name="Google Shape;964;p15"/>
          <p:cNvSpPr txBox="1"/>
          <p:nvPr/>
        </p:nvSpPr>
        <p:spPr>
          <a:xfrm>
            <a:off x="282104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5"/>
          <p:cNvSpPr txBox="1"/>
          <p:nvPr/>
        </p:nvSpPr>
        <p:spPr>
          <a:xfrm>
            <a:off x="3219904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5"/>
          <p:cNvSpPr txBox="1"/>
          <p:nvPr/>
        </p:nvSpPr>
        <p:spPr>
          <a:xfrm>
            <a:off x="3618767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5"/>
          <p:cNvSpPr txBox="1"/>
          <p:nvPr/>
        </p:nvSpPr>
        <p:spPr>
          <a:xfrm>
            <a:off x="4017630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5"/>
          <p:cNvSpPr txBox="1"/>
          <p:nvPr/>
        </p:nvSpPr>
        <p:spPr>
          <a:xfrm>
            <a:off x="4416493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5"/>
          <p:cNvSpPr txBox="1"/>
          <p:nvPr/>
        </p:nvSpPr>
        <p:spPr>
          <a:xfrm>
            <a:off x="4815355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5"/>
          <p:cNvSpPr txBox="1"/>
          <p:nvPr/>
        </p:nvSpPr>
        <p:spPr>
          <a:xfrm>
            <a:off x="5214218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5"/>
          <p:cNvSpPr txBox="1"/>
          <p:nvPr/>
        </p:nvSpPr>
        <p:spPr>
          <a:xfrm>
            <a:off x="561308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2" name="Google Shape;972;p15"/>
          <p:cNvCxnSpPr/>
          <p:nvPr/>
        </p:nvCxnSpPr>
        <p:spPr>
          <a:xfrm>
            <a:off x="2221581" y="1636876"/>
            <a:ext cx="37911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3" name="Google Shape;973;p15"/>
          <p:cNvCxnSpPr/>
          <p:nvPr/>
        </p:nvCxnSpPr>
        <p:spPr>
          <a:xfrm>
            <a:off x="2221581" y="1835917"/>
            <a:ext cx="38007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4" name="Google Shape;974;p15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094" y="2052302"/>
            <a:ext cx="454362" cy="4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5"/>
          <p:cNvSpPr txBox="1"/>
          <p:nvPr/>
        </p:nvSpPr>
        <p:spPr>
          <a:xfrm>
            <a:off x="1956050" y="170609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5"/>
          <p:cNvSpPr txBox="1"/>
          <p:nvPr/>
        </p:nvSpPr>
        <p:spPr>
          <a:xfrm>
            <a:off x="1956050" y="1507050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7" name="Google Shape;977;p15"/>
          <p:cNvCxnSpPr/>
          <p:nvPr/>
        </p:nvCxnSpPr>
        <p:spPr>
          <a:xfrm rot="10800000">
            <a:off x="2956723" y="1836086"/>
            <a:ext cx="0" cy="9639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15"/>
          <p:cNvCxnSpPr/>
          <p:nvPr/>
        </p:nvCxnSpPr>
        <p:spPr>
          <a:xfrm rot="10800000">
            <a:off x="3480392" y="1645305"/>
            <a:ext cx="0" cy="115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9" name="Google Shape;979;p15"/>
          <p:cNvSpPr/>
          <p:nvPr/>
        </p:nvSpPr>
        <p:spPr>
          <a:xfrm>
            <a:off x="3455669" y="161307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5"/>
          <p:cNvSpPr/>
          <p:nvPr/>
        </p:nvSpPr>
        <p:spPr>
          <a:xfrm>
            <a:off x="2932024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1" name="Google Shape;981;p15"/>
          <p:cNvCxnSpPr>
            <a:endCxn id="974" idx="2"/>
          </p:cNvCxnSpPr>
          <p:nvPr/>
        </p:nvCxnSpPr>
        <p:spPr>
          <a:xfrm rot="10800000">
            <a:off x="4494275" y="2488286"/>
            <a:ext cx="0" cy="305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15"/>
          <p:cNvCxnSpPr/>
          <p:nvPr/>
        </p:nvCxnSpPr>
        <p:spPr>
          <a:xfrm rot="10800000">
            <a:off x="3983864" y="2637881"/>
            <a:ext cx="0" cy="164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15"/>
          <p:cNvCxnSpPr/>
          <p:nvPr/>
        </p:nvCxnSpPr>
        <p:spPr>
          <a:xfrm rot="10800000">
            <a:off x="4977554" y="2638719"/>
            <a:ext cx="0" cy="167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15"/>
          <p:cNvCxnSpPr/>
          <p:nvPr/>
        </p:nvCxnSpPr>
        <p:spPr>
          <a:xfrm rot="10800000">
            <a:off x="4680254" y="2385064"/>
            <a:ext cx="299700" cy="2589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15"/>
          <p:cNvCxnSpPr/>
          <p:nvPr/>
        </p:nvCxnSpPr>
        <p:spPr>
          <a:xfrm flipH="1" rot="10800000">
            <a:off x="3981813" y="2386335"/>
            <a:ext cx="326400" cy="260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6" name="Google Shape;986;p15"/>
          <p:cNvSpPr txBox="1"/>
          <p:nvPr/>
        </p:nvSpPr>
        <p:spPr>
          <a:xfrm>
            <a:off x="3680841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5"/>
          <p:cNvSpPr txBox="1"/>
          <p:nvPr/>
        </p:nvSpPr>
        <p:spPr>
          <a:xfrm>
            <a:off x="4183303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5"/>
          <p:cNvSpPr txBox="1"/>
          <p:nvPr/>
        </p:nvSpPr>
        <p:spPr>
          <a:xfrm>
            <a:off x="4673328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9" name="Google Shape;989;p15"/>
          <p:cNvGrpSpPr/>
          <p:nvPr/>
        </p:nvGrpSpPr>
        <p:grpSpPr>
          <a:xfrm>
            <a:off x="3881645" y="3107128"/>
            <a:ext cx="118858" cy="643581"/>
            <a:chOff x="5994550" y="3527588"/>
            <a:chExt cx="229500" cy="1242675"/>
          </a:xfrm>
        </p:grpSpPr>
        <p:cxnSp>
          <p:nvCxnSpPr>
            <p:cNvPr id="990" name="Google Shape;990;p15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1" name="Google Shape;991;p15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2" name="Google Shape;992;p15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3" name="Google Shape;993;p15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5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15"/>
          <p:cNvGrpSpPr/>
          <p:nvPr/>
        </p:nvGrpSpPr>
        <p:grpSpPr>
          <a:xfrm>
            <a:off x="4395637" y="3107128"/>
            <a:ext cx="118858" cy="643581"/>
            <a:chOff x="5994550" y="3527588"/>
            <a:chExt cx="229500" cy="1242675"/>
          </a:xfrm>
        </p:grpSpPr>
        <p:cxnSp>
          <p:nvCxnSpPr>
            <p:cNvPr id="996" name="Google Shape;996;p15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7" name="Google Shape;997;p15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8" name="Google Shape;998;p15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9" name="Google Shape;999;p15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5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15"/>
          <p:cNvGrpSpPr/>
          <p:nvPr/>
        </p:nvGrpSpPr>
        <p:grpSpPr>
          <a:xfrm>
            <a:off x="4879279" y="3103256"/>
            <a:ext cx="118858" cy="643581"/>
            <a:chOff x="5994550" y="3527588"/>
            <a:chExt cx="229500" cy="1242675"/>
          </a:xfrm>
        </p:grpSpPr>
        <p:cxnSp>
          <p:nvCxnSpPr>
            <p:cNvPr id="1002" name="Google Shape;1002;p15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15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15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5" name="Google Shape;1005;p15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5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15"/>
          <p:cNvGrpSpPr/>
          <p:nvPr/>
        </p:nvGrpSpPr>
        <p:grpSpPr>
          <a:xfrm>
            <a:off x="5372931" y="3109873"/>
            <a:ext cx="118858" cy="643581"/>
            <a:chOff x="5994550" y="3527588"/>
            <a:chExt cx="229500" cy="1242675"/>
          </a:xfrm>
        </p:grpSpPr>
        <p:cxnSp>
          <p:nvCxnSpPr>
            <p:cNvPr id="1008" name="Google Shape;1008;p15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15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0" name="Google Shape;1010;p15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15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15"/>
          <p:cNvGrpSpPr/>
          <p:nvPr/>
        </p:nvGrpSpPr>
        <p:grpSpPr>
          <a:xfrm>
            <a:off x="5866582" y="3103256"/>
            <a:ext cx="118858" cy="643581"/>
            <a:chOff x="5994550" y="3527588"/>
            <a:chExt cx="229500" cy="1242675"/>
          </a:xfrm>
        </p:grpSpPr>
        <p:cxnSp>
          <p:nvCxnSpPr>
            <p:cNvPr id="1014" name="Google Shape;1014;p15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5" name="Google Shape;1015;p15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6" name="Google Shape;1016;p15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7" name="Google Shape;1017;p15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5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19" name="Google Shape;1019;p15"/>
          <p:cNvCxnSpPr/>
          <p:nvPr/>
        </p:nvCxnSpPr>
        <p:spPr>
          <a:xfrm rot="10800000">
            <a:off x="3474792" y="3753121"/>
            <a:ext cx="24990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15"/>
          <p:cNvCxnSpPr/>
          <p:nvPr/>
        </p:nvCxnSpPr>
        <p:spPr>
          <a:xfrm>
            <a:off x="3481713" y="3111100"/>
            <a:ext cx="0" cy="6432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p15"/>
          <p:cNvSpPr/>
          <p:nvPr/>
        </p:nvSpPr>
        <p:spPr>
          <a:xfrm>
            <a:off x="5941424" y="372370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5"/>
          <p:cNvSpPr/>
          <p:nvPr/>
        </p:nvSpPr>
        <p:spPr>
          <a:xfrm>
            <a:off x="5445118" y="37337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5"/>
          <p:cNvSpPr/>
          <p:nvPr/>
        </p:nvSpPr>
        <p:spPr>
          <a:xfrm>
            <a:off x="4955151" y="373370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5"/>
          <p:cNvSpPr/>
          <p:nvPr/>
        </p:nvSpPr>
        <p:spPr>
          <a:xfrm>
            <a:off x="4470783" y="37310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5"/>
          <p:cNvSpPr/>
          <p:nvPr/>
        </p:nvSpPr>
        <p:spPr>
          <a:xfrm>
            <a:off x="3951541" y="3733717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5"/>
          <p:cNvSpPr txBox="1"/>
          <p:nvPr/>
        </p:nvSpPr>
        <p:spPr>
          <a:xfrm>
            <a:off x="3728115" y="3115106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5"/>
          <p:cNvSpPr txBox="1"/>
          <p:nvPr/>
        </p:nvSpPr>
        <p:spPr>
          <a:xfrm>
            <a:off x="4240276" y="3099862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5"/>
          <p:cNvSpPr txBox="1"/>
          <p:nvPr/>
        </p:nvSpPr>
        <p:spPr>
          <a:xfrm>
            <a:off x="4733143" y="3098327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5"/>
          <p:cNvSpPr txBox="1"/>
          <p:nvPr/>
        </p:nvSpPr>
        <p:spPr>
          <a:xfrm>
            <a:off x="5204861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5"/>
          <p:cNvSpPr txBox="1"/>
          <p:nvPr/>
        </p:nvSpPr>
        <p:spPr>
          <a:xfrm>
            <a:off x="5718850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5"/>
          <p:cNvSpPr txBox="1"/>
          <p:nvPr/>
        </p:nvSpPr>
        <p:spPr>
          <a:xfrm>
            <a:off x="2747814" y="3097323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2" name="Google Shape;1032;p15"/>
          <p:cNvCxnSpPr>
            <a:stCxn id="974" idx="0"/>
          </p:cNvCxnSpPr>
          <p:nvPr/>
        </p:nvCxnSpPr>
        <p:spPr>
          <a:xfrm rot="10800000">
            <a:off x="4494275" y="1840202"/>
            <a:ext cx="0" cy="2121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3" name="Google Shape;1033;p15"/>
          <p:cNvSpPr/>
          <p:nvPr/>
        </p:nvSpPr>
        <p:spPr>
          <a:xfrm>
            <a:off x="4469573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5"/>
          <p:cNvSpPr txBox="1"/>
          <p:nvPr/>
        </p:nvSpPr>
        <p:spPr>
          <a:xfrm>
            <a:off x="4179073" y="1866089"/>
            <a:ext cx="299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15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790309" y="4593505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6" name="Google Shape;1036;p15"/>
          <p:cNvCxnSpPr/>
          <p:nvPr/>
        </p:nvCxnSpPr>
        <p:spPr>
          <a:xfrm rot="10800000">
            <a:off x="3863369" y="448825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15"/>
          <p:cNvCxnSpPr/>
          <p:nvPr/>
        </p:nvCxnSpPr>
        <p:spPr>
          <a:xfrm rot="10800000">
            <a:off x="38633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15"/>
          <p:cNvCxnSpPr/>
          <p:nvPr/>
        </p:nvCxnSpPr>
        <p:spPr>
          <a:xfrm rot="10800000">
            <a:off x="4261934" y="4488136"/>
            <a:ext cx="0" cy="516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15"/>
          <p:cNvCxnSpPr/>
          <p:nvPr/>
        </p:nvCxnSpPr>
        <p:spPr>
          <a:xfrm>
            <a:off x="3863369" y="5011086"/>
            <a:ext cx="21216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p15"/>
          <p:cNvSpPr/>
          <p:nvPr/>
        </p:nvSpPr>
        <p:spPr>
          <a:xfrm>
            <a:off x="4233272" y="4983301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5"/>
          <p:cNvSpPr/>
          <p:nvPr/>
        </p:nvSpPr>
        <p:spPr>
          <a:xfrm>
            <a:off x="3834994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5"/>
          <p:cNvSpPr txBox="1"/>
          <p:nvPr/>
        </p:nvSpPr>
        <p:spPr>
          <a:xfrm>
            <a:off x="3899700" y="4478675"/>
            <a:ext cx="2532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5"/>
          <p:cNvSpPr txBox="1"/>
          <p:nvPr/>
        </p:nvSpPr>
        <p:spPr>
          <a:xfrm>
            <a:off x="6021938" y="4844425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6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#7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6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2" name="Google Shape;1052;p16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3" name="Google Shape;1053;p16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4" name="Google Shape;1054;p16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1055" name="Google Shape;1055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6" name="Google Shape;1056;p16"/>
            <p:cNvCxnSpPr>
              <a:stCxn id="1055" idx="0"/>
              <a:endCxn id="10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7" name="Google Shape;1057;p16"/>
            <p:cNvCxnSpPr>
              <a:stCxn id="1055" idx="2"/>
              <a:endCxn id="10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58" name="Google Shape;1058;p16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6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0" name="Google Shape;1060;p16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1061" name="Google Shape;1061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2" name="Google Shape;1062;p16"/>
            <p:cNvCxnSpPr>
              <a:stCxn id="1061" idx="0"/>
              <a:endCxn id="106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6"/>
            <p:cNvCxnSpPr>
              <a:stCxn id="1061" idx="2"/>
              <a:endCxn id="106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4" name="Google Shape;1064;p16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1065" name="Google Shape;1065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6" name="Google Shape;1066;p16"/>
            <p:cNvCxnSpPr>
              <a:stCxn id="1065" idx="0"/>
              <a:endCxn id="106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6"/>
            <p:cNvCxnSpPr>
              <a:stCxn id="1065" idx="2"/>
              <a:endCxn id="106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8" name="Google Shape;1068;p16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1069" name="Google Shape;1069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0" name="Google Shape;1070;p16"/>
            <p:cNvCxnSpPr>
              <a:stCxn id="1069" idx="0"/>
              <a:endCxn id="106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1" name="Google Shape;1071;p16"/>
            <p:cNvCxnSpPr>
              <a:stCxn id="1069" idx="2"/>
              <a:endCxn id="106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72" name="Google Shape;1072;p16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1073" name="Google Shape;1073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4" name="Google Shape;1074;p16"/>
            <p:cNvCxnSpPr>
              <a:stCxn id="1073" idx="0"/>
              <a:endCxn id="107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5" name="Google Shape;1075;p16"/>
            <p:cNvCxnSpPr>
              <a:stCxn id="1073" idx="2"/>
              <a:endCxn id="107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76" name="Google Shape;1076;p16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1077" name="Google Shape;1077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8" name="Google Shape;1078;p16"/>
            <p:cNvCxnSpPr>
              <a:stCxn id="1077" idx="0"/>
              <a:endCxn id="107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9" name="Google Shape;1079;p16"/>
            <p:cNvCxnSpPr>
              <a:stCxn id="1077" idx="2"/>
              <a:endCxn id="107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80" name="Google Shape;1080;p16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1081" name="Google Shape;1081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2" name="Google Shape;1082;p16"/>
            <p:cNvCxnSpPr>
              <a:stCxn id="1081" idx="0"/>
              <a:endCxn id="108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3" name="Google Shape;1083;p16"/>
            <p:cNvCxnSpPr>
              <a:stCxn id="1081" idx="2"/>
              <a:endCxn id="108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84" name="Google Shape;1084;p16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1085" name="Google Shape;1085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6" name="Google Shape;1086;p16"/>
            <p:cNvCxnSpPr>
              <a:stCxn id="1085" idx="0"/>
              <a:endCxn id="108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7" name="Google Shape;1087;p16"/>
            <p:cNvCxnSpPr>
              <a:stCxn id="1085" idx="2"/>
              <a:endCxn id="108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88" name="Google Shape;1088;p16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1089" name="Google Shape;1089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0" name="Google Shape;1090;p16"/>
            <p:cNvCxnSpPr>
              <a:stCxn id="1089" idx="0"/>
              <a:endCxn id="108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1" name="Google Shape;1091;p16"/>
            <p:cNvCxnSpPr>
              <a:stCxn id="1089" idx="2"/>
              <a:endCxn id="108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92" name="Google Shape;1092;p16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1093" name="Google Shape;1093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4" name="Google Shape;1094;p16"/>
            <p:cNvCxnSpPr>
              <a:stCxn id="1093" idx="0"/>
              <a:endCxn id="109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5" name="Google Shape;1095;p16"/>
            <p:cNvCxnSpPr>
              <a:stCxn id="1093" idx="2"/>
              <a:endCxn id="109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96" name="Google Shape;1096;p16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1097" name="Google Shape;1097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8" name="Google Shape;1098;p16"/>
            <p:cNvCxnSpPr>
              <a:stCxn id="1097" idx="0"/>
              <a:endCxn id="10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9" name="Google Shape;1099;p16"/>
            <p:cNvCxnSpPr>
              <a:stCxn id="1097" idx="2"/>
              <a:endCxn id="10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00" name="Google Shape;1100;p16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1101" name="Google Shape;1101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2" name="Google Shape;1102;p16"/>
            <p:cNvCxnSpPr>
              <a:stCxn id="1101" idx="0"/>
              <a:endCxn id="110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3" name="Google Shape;1103;p16"/>
            <p:cNvCxnSpPr>
              <a:stCxn id="1101" idx="2"/>
              <a:endCxn id="110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04" name="Google Shape;1104;p16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1105" name="Google Shape;1105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6" name="Google Shape;1106;p16"/>
            <p:cNvCxnSpPr>
              <a:stCxn id="1105" idx="0"/>
              <a:endCxn id="110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7" name="Google Shape;1107;p16"/>
            <p:cNvCxnSpPr>
              <a:stCxn id="1105" idx="2"/>
              <a:endCxn id="110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08" name="Google Shape;1108;p16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1109" name="Google Shape;1109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0" name="Google Shape;1110;p16"/>
            <p:cNvCxnSpPr>
              <a:stCxn id="1109" idx="0"/>
              <a:endCxn id="11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1" name="Google Shape;1111;p16"/>
            <p:cNvCxnSpPr>
              <a:stCxn id="1109" idx="2"/>
              <a:endCxn id="11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12" name="Google Shape;1112;p16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1113" name="Google Shape;1113;p1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4" name="Google Shape;1114;p16"/>
            <p:cNvCxnSpPr>
              <a:stCxn id="1113" idx="0"/>
              <a:endCxn id="11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5" name="Google Shape;1115;p16"/>
            <p:cNvCxnSpPr>
              <a:stCxn id="1113" idx="2"/>
              <a:endCxn id="11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6" name="Google Shape;1116;p16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16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16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6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16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16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16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16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4" name="Google Shape;1124;p16"/>
          <p:cNvCxnSpPr/>
          <p:nvPr/>
        </p:nvCxnSpPr>
        <p:spPr>
          <a:xfrm>
            <a:off x="2133009" y="1679385"/>
            <a:ext cx="38655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16"/>
          <p:cNvCxnSpPr/>
          <p:nvPr/>
        </p:nvCxnSpPr>
        <p:spPr>
          <a:xfrm>
            <a:off x="2133009" y="1878709"/>
            <a:ext cx="38703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6" name="Google Shape;1126;p16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16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8" name="Google Shape;1128;p16"/>
          <p:cNvCxnSpPr>
            <a:endCxn id="1129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0" name="Google Shape;1130;p16"/>
          <p:cNvCxnSpPr>
            <a:endCxn id="1131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1" name="Google Shape;1131;p16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6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2" name="Google Shape;1132;p16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1133" name="Google Shape;1133;p1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4" name="Google Shape;1134;p1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5" name="Google Shape;1135;p1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6" name="Google Shape;1136;p1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8" name="Google Shape;1138;p16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1139" name="Google Shape;1139;p1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0" name="Google Shape;1140;p1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1" name="Google Shape;1141;p1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2" name="Google Shape;1142;p1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4" name="Google Shape;1144;p16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1145" name="Google Shape;1145;p1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6" name="Google Shape;1146;p1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7" name="Google Shape;1147;p1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1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0" name="Google Shape;1150;p16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1151" name="Google Shape;1151;p1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2" name="Google Shape;1152;p1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3" name="Google Shape;1153;p1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4" name="Google Shape;1154;p1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6" name="Google Shape;1156;p16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1157" name="Google Shape;1157;p1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8" name="Google Shape;1158;p1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9" name="Google Shape;1159;p1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0" name="Google Shape;1160;p1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62" name="Google Shape;1162;p16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16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4" name="Google Shape;1164;p16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6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6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16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16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16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6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6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6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16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16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5" name="Google Shape;1175;p16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736" y="4342323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16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16"/>
          <p:cNvCxnSpPr>
            <a:endCxn id="1175" idx="0"/>
          </p:cNvCxnSpPr>
          <p:nvPr/>
        </p:nvCxnSpPr>
        <p:spPr>
          <a:xfrm flipH="1">
            <a:off x="2978242" y="4130823"/>
            <a:ext cx="300" cy="211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16"/>
          <p:cNvCxnSpPr/>
          <p:nvPr/>
        </p:nvCxnSpPr>
        <p:spPr>
          <a:xfrm>
            <a:off x="2978634" y="4778921"/>
            <a:ext cx="0" cy="1563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16"/>
          <p:cNvCxnSpPr/>
          <p:nvPr/>
        </p:nvCxnSpPr>
        <p:spPr>
          <a:xfrm rot="10800000">
            <a:off x="2991725" y="4935275"/>
            <a:ext cx="29298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16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1" name="Google Shape;1181;p16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6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3" name="Google Shape;1183;p16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319888" y="2018174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4" name="Google Shape;1184;p16"/>
          <p:cNvCxnSpPr/>
          <p:nvPr/>
        </p:nvCxnSpPr>
        <p:spPr>
          <a:xfrm rot="10800000">
            <a:off x="5388742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16"/>
          <p:cNvCxnSpPr/>
          <p:nvPr/>
        </p:nvCxnSpPr>
        <p:spPr>
          <a:xfrm rot="10800000">
            <a:off x="5389491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16"/>
          <p:cNvSpPr/>
          <p:nvPr/>
        </p:nvSpPr>
        <p:spPr>
          <a:xfrm>
            <a:off x="53628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6"/>
          <p:cNvSpPr txBox="1"/>
          <p:nvPr/>
        </p:nvSpPr>
        <p:spPr>
          <a:xfrm>
            <a:off x="5099538" y="2278800"/>
            <a:ext cx="268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6"/>
          <p:cNvSpPr txBox="1"/>
          <p:nvPr/>
        </p:nvSpPr>
        <p:spPr>
          <a:xfrm>
            <a:off x="5951625" y="476925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7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#8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17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7" name="Google Shape;1197;p17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2T: Fan + 1 Valve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DAC3=Fan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8" name="Google Shape;1198;p17"/>
          <p:cNvSpPr/>
          <p:nvPr/>
        </p:nvSpPr>
        <p:spPr>
          <a:xfrm>
            <a:off x="2735672" y="3653029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9" name="Google Shape;1199;p17"/>
          <p:cNvGrpSpPr/>
          <p:nvPr/>
        </p:nvGrpSpPr>
        <p:grpSpPr>
          <a:xfrm>
            <a:off x="3020815" y="3736539"/>
            <a:ext cx="182188" cy="174783"/>
            <a:chOff x="7021900" y="938575"/>
            <a:chExt cx="243600" cy="243600"/>
          </a:xfrm>
        </p:grpSpPr>
        <p:sp>
          <p:nvSpPr>
            <p:cNvPr id="1200" name="Google Shape;1200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1" name="Google Shape;1201;p17"/>
            <p:cNvCxnSpPr>
              <a:stCxn id="1200" idx="0"/>
              <a:endCxn id="120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2" name="Google Shape;1202;p17"/>
            <p:cNvCxnSpPr>
              <a:stCxn id="1200" idx="2"/>
              <a:endCxn id="120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3" name="Google Shape;1203;p17"/>
          <p:cNvSpPr/>
          <p:nvPr/>
        </p:nvSpPr>
        <p:spPr>
          <a:xfrm>
            <a:off x="2735674" y="2550092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7"/>
          <p:cNvSpPr txBox="1"/>
          <p:nvPr/>
        </p:nvSpPr>
        <p:spPr>
          <a:xfrm>
            <a:off x="3359450" y="2901061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5" name="Google Shape;1205;p17"/>
          <p:cNvGrpSpPr/>
          <p:nvPr/>
        </p:nvGrpSpPr>
        <p:grpSpPr>
          <a:xfrm>
            <a:off x="4624906" y="2633618"/>
            <a:ext cx="182188" cy="174783"/>
            <a:chOff x="7021900" y="938575"/>
            <a:chExt cx="243600" cy="243600"/>
          </a:xfrm>
        </p:grpSpPr>
        <p:sp>
          <p:nvSpPr>
            <p:cNvPr id="1206" name="Google Shape;1206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7" name="Google Shape;1207;p17"/>
            <p:cNvCxnSpPr>
              <a:stCxn id="1206" idx="0"/>
              <a:endCxn id="120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8" name="Google Shape;1208;p17"/>
            <p:cNvCxnSpPr>
              <a:stCxn id="1206" idx="2"/>
              <a:endCxn id="120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09" name="Google Shape;1209;p17"/>
          <p:cNvGrpSpPr/>
          <p:nvPr/>
        </p:nvGrpSpPr>
        <p:grpSpPr>
          <a:xfrm>
            <a:off x="4048089" y="2633618"/>
            <a:ext cx="182188" cy="174783"/>
            <a:chOff x="7021900" y="938575"/>
            <a:chExt cx="243600" cy="243600"/>
          </a:xfrm>
        </p:grpSpPr>
        <p:sp>
          <p:nvSpPr>
            <p:cNvPr id="1210" name="Google Shape;1210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1" name="Google Shape;1211;p17"/>
            <p:cNvCxnSpPr>
              <a:stCxn id="1210" idx="0"/>
              <a:endCxn id="121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2" name="Google Shape;1212;p17"/>
            <p:cNvCxnSpPr>
              <a:stCxn id="1210" idx="2"/>
              <a:endCxn id="121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3" name="Google Shape;1213;p17"/>
          <p:cNvGrpSpPr/>
          <p:nvPr/>
        </p:nvGrpSpPr>
        <p:grpSpPr>
          <a:xfrm>
            <a:off x="3486087" y="2633618"/>
            <a:ext cx="182188" cy="174783"/>
            <a:chOff x="7021900" y="938575"/>
            <a:chExt cx="243600" cy="243600"/>
          </a:xfrm>
        </p:grpSpPr>
        <p:sp>
          <p:nvSpPr>
            <p:cNvPr id="1214" name="Google Shape;1214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5" name="Google Shape;1215;p17"/>
            <p:cNvCxnSpPr>
              <a:stCxn id="1214" idx="0"/>
              <a:endCxn id="12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17"/>
            <p:cNvCxnSpPr>
              <a:stCxn id="1214" idx="2"/>
              <a:endCxn id="12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7" name="Google Shape;1217;p17"/>
          <p:cNvGrpSpPr/>
          <p:nvPr/>
        </p:nvGrpSpPr>
        <p:grpSpPr>
          <a:xfrm>
            <a:off x="2898941" y="2633618"/>
            <a:ext cx="182188" cy="174783"/>
            <a:chOff x="7021900" y="938575"/>
            <a:chExt cx="243600" cy="243600"/>
          </a:xfrm>
        </p:grpSpPr>
        <p:sp>
          <p:nvSpPr>
            <p:cNvPr id="1218" name="Google Shape;1218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9" name="Google Shape;1219;p17"/>
            <p:cNvCxnSpPr>
              <a:stCxn id="1218" idx="0"/>
              <a:endCxn id="121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0" name="Google Shape;1220;p17"/>
            <p:cNvCxnSpPr>
              <a:stCxn id="1218" idx="2"/>
              <a:endCxn id="121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21" name="Google Shape;1221;p17"/>
          <p:cNvGrpSpPr/>
          <p:nvPr/>
        </p:nvGrpSpPr>
        <p:grpSpPr>
          <a:xfrm>
            <a:off x="5167396" y="2633618"/>
            <a:ext cx="182188" cy="174783"/>
            <a:chOff x="7021900" y="938575"/>
            <a:chExt cx="243600" cy="243600"/>
          </a:xfrm>
        </p:grpSpPr>
        <p:sp>
          <p:nvSpPr>
            <p:cNvPr id="1222" name="Google Shape;1222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3" name="Google Shape;1223;p17"/>
            <p:cNvCxnSpPr>
              <a:stCxn id="1222" idx="0"/>
              <a:endCxn id="12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4" name="Google Shape;1224;p17"/>
            <p:cNvCxnSpPr>
              <a:stCxn id="1222" idx="2"/>
              <a:endCxn id="12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25" name="Google Shape;1225;p17"/>
          <p:cNvGrpSpPr/>
          <p:nvPr/>
        </p:nvGrpSpPr>
        <p:grpSpPr>
          <a:xfrm>
            <a:off x="5721178" y="2633618"/>
            <a:ext cx="182188" cy="174783"/>
            <a:chOff x="7021900" y="938575"/>
            <a:chExt cx="243600" cy="243600"/>
          </a:xfrm>
        </p:grpSpPr>
        <p:sp>
          <p:nvSpPr>
            <p:cNvPr id="1226" name="Google Shape;1226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7" name="Google Shape;1227;p17"/>
            <p:cNvCxnSpPr>
              <a:stCxn id="1226" idx="0"/>
              <a:endCxn id="12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8" name="Google Shape;1228;p17"/>
            <p:cNvCxnSpPr>
              <a:stCxn id="1226" idx="2"/>
              <a:endCxn id="12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29" name="Google Shape;1229;p17"/>
          <p:cNvGrpSpPr/>
          <p:nvPr/>
        </p:nvGrpSpPr>
        <p:grpSpPr>
          <a:xfrm>
            <a:off x="6274960" y="2633618"/>
            <a:ext cx="182188" cy="174783"/>
            <a:chOff x="7021900" y="938575"/>
            <a:chExt cx="243600" cy="243600"/>
          </a:xfrm>
        </p:grpSpPr>
        <p:sp>
          <p:nvSpPr>
            <p:cNvPr id="1230" name="Google Shape;1230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1" name="Google Shape;1231;p17"/>
            <p:cNvCxnSpPr>
              <a:stCxn id="1230" idx="0"/>
              <a:endCxn id="12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2" name="Google Shape;1232;p17"/>
            <p:cNvCxnSpPr>
              <a:stCxn id="1230" idx="2"/>
              <a:endCxn id="12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33" name="Google Shape;1233;p17"/>
          <p:cNvGrpSpPr/>
          <p:nvPr/>
        </p:nvGrpSpPr>
        <p:grpSpPr>
          <a:xfrm>
            <a:off x="4363219" y="3736539"/>
            <a:ext cx="182188" cy="174783"/>
            <a:chOff x="7021900" y="938575"/>
            <a:chExt cx="243600" cy="243600"/>
          </a:xfrm>
        </p:grpSpPr>
        <p:sp>
          <p:nvSpPr>
            <p:cNvPr id="1234" name="Google Shape;1234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5" name="Google Shape;1235;p17"/>
            <p:cNvCxnSpPr>
              <a:stCxn id="1234" idx="0"/>
              <a:endCxn id="12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6" name="Google Shape;1236;p17"/>
            <p:cNvCxnSpPr>
              <a:stCxn id="1234" idx="2"/>
              <a:endCxn id="12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37" name="Google Shape;1237;p17"/>
          <p:cNvGrpSpPr/>
          <p:nvPr/>
        </p:nvGrpSpPr>
        <p:grpSpPr>
          <a:xfrm>
            <a:off x="3915751" y="3736539"/>
            <a:ext cx="182188" cy="174783"/>
            <a:chOff x="7021900" y="938575"/>
            <a:chExt cx="243600" cy="243600"/>
          </a:xfrm>
        </p:grpSpPr>
        <p:sp>
          <p:nvSpPr>
            <p:cNvPr id="1238" name="Google Shape;1238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9" name="Google Shape;1239;p17"/>
            <p:cNvCxnSpPr>
              <a:stCxn id="1238" idx="0"/>
              <a:endCxn id="123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0" name="Google Shape;1240;p17"/>
            <p:cNvCxnSpPr>
              <a:stCxn id="1238" idx="2"/>
              <a:endCxn id="123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1" name="Google Shape;1241;p17"/>
          <p:cNvGrpSpPr/>
          <p:nvPr/>
        </p:nvGrpSpPr>
        <p:grpSpPr>
          <a:xfrm>
            <a:off x="3468283" y="3736539"/>
            <a:ext cx="182188" cy="174783"/>
            <a:chOff x="7021900" y="938575"/>
            <a:chExt cx="243600" cy="243600"/>
          </a:xfrm>
        </p:grpSpPr>
        <p:sp>
          <p:nvSpPr>
            <p:cNvPr id="1242" name="Google Shape;1242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3" name="Google Shape;1243;p17"/>
            <p:cNvCxnSpPr>
              <a:stCxn id="1242" idx="0"/>
              <a:endCxn id="124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4" name="Google Shape;1244;p17"/>
            <p:cNvCxnSpPr>
              <a:stCxn id="1242" idx="2"/>
              <a:endCxn id="124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5" name="Google Shape;1245;p17"/>
          <p:cNvGrpSpPr/>
          <p:nvPr/>
        </p:nvGrpSpPr>
        <p:grpSpPr>
          <a:xfrm>
            <a:off x="4810687" y="3736539"/>
            <a:ext cx="182188" cy="174783"/>
            <a:chOff x="7021900" y="938575"/>
            <a:chExt cx="243600" cy="243600"/>
          </a:xfrm>
        </p:grpSpPr>
        <p:sp>
          <p:nvSpPr>
            <p:cNvPr id="1246" name="Google Shape;1246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7" name="Google Shape;1247;p17"/>
            <p:cNvCxnSpPr>
              <a:stCxn id="1246" idx="0"/>
              <a:endCxn id="124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8" name="Google Shape;1248;p17"/>
            <p:cNvCxnSpPr>
              <a:stCxn id="1246" idx="2"/>
              <a:endCxn id="124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9" name="Google Shape;1249;p17"/>
          <p:cNvGrpSpPr/>
          <p:nvPr/>
        </p:nvGrpSpPr>
        <p:grpSpPr>
          <a:xfrm>
            <a:off x="5258155" y="3736539"/>
            <a:ext cx="182188" cy="174783"/>
            <a:chOff x="7021900" y="938575"/>
            <a:chExt cx="243600" cy="243600"/>
          </a:xfrm>
        </p:grpSpPr>
        <p:sp>
          <p:nvSpPr>
            <p:cNvPr id="1250" name="Google Shape;1250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1" name="Google Shape;1251;p17"/>
            <p:cNvCxnSpPr>
              <a:stCxn id="1250" idx="0"/>
              <a:endCxn id="125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2" name="Google Shape;1252;p17"/>
            <p:cNvCxnSpPr>
              <a:stCxn id="1250" idx="2"/>
              <a:endCxn id="125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3" name="Google Shape;1253;p17"/>
          <p:cNvGrpSpPr/>
          <p:nvPr/>
        </p:nvGrpSpPr>
        <p:grpSpPr>
          <a:xfrm>
            <a:off x="5705623" y="3736539"/>
            <a:ext cx="182188" cy="174783"/>
            <a:chOff x="7021900" y="938575"/>
            <a:chExt cx="243600" cy="243600"/>
          </a:xfrm>
        </p:grpSpPr>
        <p:sp>
          <p:nvSpPr>
            <p:cNvPr id="1254" name="Google Shape;1254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5" name="Google Shape;1255;p17"/>
            <p:cNvCxnSpPr>
              <a:stCxn id="1254" idx="0"/>
              <a:endCxn id="125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6" name="Google Shape;1256;p17"/>
            <p:cNvCxnSpPr>
              <a:stCxn id="1254" idx="2"/>
              <a:endCxn id="125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7" name="Google Shape;1257;p17"/>
          <p:cNvGrpSpPr/>
          <p:nvPr/>
        </p:nvGrpSpPr>
        <p:grpSpPr>
          <a:xfrm>
            <a:off x="6153091" y="3736539"/>
            <a:ext cx="182188" cy="174783"/>
            <a:chOff x="7021900" y="938575"/>
            <a:chExt cx="243600" cy="243600"/>
          </a:xfrm>
        </p:grpSpPr>
        <p:sp>
          <p:nvSpPr>
            <p:cNvPr id="1258" name="Google Shape;1258;p1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9" name="Google Shape;1259;p17"/>
            <p:cNvCxnSpPr>
              <a:stCxn id="1258" idx="0"/>
              <a:endCxn id="125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0" name="Google Shape;1260;p17"/>
            <p:cNvCxnSpPr>
              <a:stCxn id="1258" idx="2"/>
              <a:endCxn id="125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61" name="Google Shape;1261;p17"/>
          <p:cNvSpPr txBox="1"/>
          <p:nvPr/>
        </p:nvSpPr>
        <p:spPr>
          <a:xfrm>
            <a:off x="2837499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7"/>
          <p:cNvSpPr txBox="1"/>
          <p:nvPr/>
        </p:nvSpPr>
        <p:spPr>
          <a:xfrm>
            <a:off x="3284967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17"/>
          <p:cNvSpPr txBox="1"/>
          <p:nvPr/>
        </p:nvSpPr>
        <p:spPr>
          <a:xfrm>
            <a:off x="3732435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7"/>
          <p:cNvSpPr txBox="1"/>
          <p:nvPr/>
        </p:nvSpPr>
        <p:spPr>
          <a:xfrm>
            <a:off x="4179903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17"/>
          <p:cNvSpPr txBox="1"/>
          <p:nvPr/>
        </p:nvSpPr>
        <p:spPr>
          <a:xfrm>
            <a:off x="4627371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17"/>
          <p:cNvSpPr txBox="1"/>
          <p:nvPr/>
        </p:nvSpPr>
        <p:spPr>
          <a:xfrm>
            <a:off x="5074839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7"/>
          <p:cNvSpPr txBox="1"/>
          <p:nvPr/>
        </p:nvSpPr>
        <p:spPr>
          <a:xfrm>
            <a:off x="5522307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7"/>
          <p:cNvSpPr txBox="1"/>
          <p:nvPr/>
        </p:nvSpPr>
        <p:spPr>
          <a:xfrm>
            <a:off x="5969774" y="3419204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9" name="Google Shape;1269;p17"/>
          <p:cNvCxnSpPr/>
          <p:nvPr/>
        </p:nvCxnSpPr>
        <p:spPr>
          <a:xfrm>
            <a:off x="2164988" y="1695020"/>
            <a:ext cx="4338300" cy="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17"/>
          <p:cNvCxnSpPr/>
          <p:nvPr/>
        </p:nvCxnSpPr>
        <p:spPr>
          <a:xfrm>
            <a:off x="2164988" y="1918314"/>
            <a:ext cx="4328700" cy="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1" name="Google Shape;1271;p17"/>
          <p:cNvSpPr txBox="1"/>
          <p:nvPr/>
        </p:nvSpPr>
        <p:spPr>
          <a:xfrm>
            <a:off x="1867100" y="1772669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17"/>
          <p:cNvSpPr txBox="1"/>
          <p:nvPr/>
        </p:nvSpPr>
        <p:spPr>
          <a:xfrm>
            <a:off x="1867100" y="1549375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3" name="Google Shape;1273;p17"/>
          <p:cNvCxnSpPr>
            <a:endCxn id="1274" idx="0"/>
          </p:cNvCxnSpPr>
          <p:nvPr/>
        </p:nvCxnSpPr>
        <p:spPr>
          <a:xfrm rot="10800000">
            <a:off x="2989606" y="1891617"/>
            <a:ext cx="0" cy="65610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5" name="Google Shape;1275;p17"/>
          <p:cNvCxnSpPr>
            <a:endCxn id="1276" idx="4"/>
          </p:cNvCxnSpPr>
          <p:nvPr/>
        </p:nvCxnSpPr>
        <p:spPr>
          <a:xfrm rot="10800000">
            <a:off x="3577061" y="1721424"/>
            <a:ext cx="0" cy="82530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6" name="Google Shape;1276;p17"/>
          <p:cNvSpPr/>
          <p:nvPr/>
        </p:nvSpPr>
        <p:spPr>
          <a:xfrm>
            <a:off x="3549461" y="1668324"/>
            <a:ext cx="55200" cy="53100"/>
          </a:xfrm>
          <a:prstGeom prst="ellipse">
            <a:avLst/>
          </a:prstGeom>
          <a:solidFill>
            <a:srgbClr val="C0392B"/>
          </a:solidFill>
          <a:ln cap="flat" cmpd="sng" w="55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7"/>
          <p:cNvSpPr/>
          <p:nvPr/>
        </p:nvSpPr>
        <p:spPr>
          <a:xfrm>
            <a:off x="2962006" y="1891617"/>
            <a:ext cx="55200" cy="53100"/>
          </a:xfrm>
          <a:prstGeom prst="ellipse">
            <a:avLst/>
          </a:prstGeom>
          <a:solidFill>
            <a:srgbClr val="2980B9"/>
          </a:solidFill>
          <a:ln cap="flat" cmpd="sng" w="55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7"/>
          <p:cNvSpPr txBox="1"/>
          <p:nvPr/>
        </p:nvSpPr>
        <p:spPr>
          <a:xfrm>
            <a:off x="3838899" y="2901050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17"/>
          <p:cNvSpPr txBox="1"/>
          <p:nvPr/>
        </p:nvSpPr>
        <p:spPr>
          <a:xfrm>
            <a:off x="4413454" y="2883966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17"/>
          <p:cNvSpPr txBox="1"/>
          <p:nvPr/>
        </p:nvSpPr>
        <p:spPr>
          <a:xfrm>
            <a:off x="4966389" y="2882230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17"/>
          <p:cNvSpPr txBox="1"/>
          <p:nvPr/>
        </p:nvSpPr>
        <p:spPr>
          <a:xfrm>
            <a:off x="5495599" y="2881110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17"/>
          <p:cNvSpPr txBox="1"/>
          <p:nvPr/>
        </p:nvSpPr>
        <p:spPr>
          <a:xfrm>
            <a:off x="6072225" y="2881110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17"/>
          <p:cNvSpPr txBox="1"/>
          <p:nvPr/>
        </p:nvSpPr>
        <p:spPr>
          <a:xfrm>
            <a:off x="2755348" y="2881117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3" name="Google Shape;1283;p17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003" y="4240709"/>
            <a:ext cx="509731" cy="489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7"/>
          <p:cNvSpPr txBox="1"/>
          <p:nvPr/>
        </p:nvSpPr>
        <p:spPr>
          <a:xfrm>
            <a:off x="2407834" y="4307171"/>
            <a:ext cx="449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950" lIns="53950" spcFirstLastPara="1" rIns="53950" wrap="square" tIns="53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i="0" lang="en-US" sz="826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26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i="0" lang="en-US" sz="826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26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5" name="Google Shape;1285;p17"/>
          <p:cNvCxnSpPr>
            <a:endCxn id="1283" idx="0"/>
          </p:cNvCxnSpPr>
          <p:nvPr/>
        </p:nvCxnSpPr>
        <p:spPr>
          <a:xfrm flipH="1">
            <a:off x="3111869" y="4003709"/>
            <a:ext cx="300" cy="2370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17"/>
          <p:cNvCxnSpPr/>
          <p:nvPr/>
        </p:nvCxnSpPr>
        <p:spPr>
          <a:xfrm>
            <a:off x="3112308" y="4729811"/>
            <a:ext cx="0" cy="1752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17"/>
          <p:cNvCxnSpPr/>
          <p:nvPr/>
        </p:nvCxnSpPr>
        <p:spPr>
          <a:xfrm rot="10800000">
            <a:off x="3126975" y="4904975"/>
            <a:ext cx="3321600" cy="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17"/>
          <p:cNvCxnSpPr/>
          <p:nvPr/>
        </p:nvCxnSpPr>
        <p:spPr>
          <a:xfrm>
            <a:off x="4454533" y="3989145"/>
            <a:ext cx="0" cy="9183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9" name="Google Shape;1289;p17"/>
          <p:cNvSpPr/>
          <p:nvPr/>
        </p:nvSpPr>
        <p:spPr>
          <a:xfrm>
            <a:off x="4429631" y="4871841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7"/>
          <p:cNvSpPr/>
          <p:nvPr/>
        </p:nvSpPr>
        <p:spPr>
          <a:xfrm>
            <a:off x="3089476" y="4877425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1" name="Google Shape;1291;p17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935425" y="4234617"/>
            <a:ext cx="316640" cy="330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7"/>
          <p:cNvSpPr txBox="1"/>
          <p:nvPr/>
        </p:nvSpPr>
        <p:spPr>
          <a:xfrm>
            <a:off x="4004586" y="4022555"/>
            <a:ext cx="2796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325" lIns="61325" spcFirstLastPara="1" rIns="61325" wrap="square" tIns="6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3" name="Google Shape;1293;p17"/>
          <p:cNvCxnSpPr/>
          <p:nvPr/>
        </p:nvCxnSpPr>
        <p:spPr>
          <a:xfrm>
            <a:off x="4004594" y="4003792"/>
            <a:ext cx="0" cy="2433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17"/>
          <p:cNvCxnSpPr/>
          <p:nvPr/>
        </p:nvCxnSpPr>
        <p:spPr>
          <a:xfrm>
            <a:off x="4004586" y="4556708"/>
            <a:ext cx="0" cy="3468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p17"/>
          <p:cNvSpPr/>
          <p:nvPr/>
        </p:nvSpPr>
        <p:spPr>
          <a:xfrm>
            <a:off x="3976135" y="4877176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17"/>
          <p:cNvSpPr txBox="1"/>
          <p:nvPr/>
        </p:nvSpPr>
        <p:spPr>
          <a:xfrm>
            <a:off x="6477800" y="47496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8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#9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8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5" name="Google Shape;1305;p18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RL4=HV, 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6" name="Google Shape;1306;p18"/>
          <p:cNvSpPr/>
          <p:nvPr/>
        </p:nvSpPr>
        <p:spPr>
          <a:xfrm>
            <a:off x="2270214" y="4583072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7" name="Google Shape;1307;p18"/>
          <p:cNvGrpSpPr/>
          <p:nvPr/>
        </p:nvGrpSpPr>
        <p:grpSpPr>
          <a:xfrm>
            <a:off x="2563917" y="4669236"/>
            <a:ext cx="187767" cy="180167"/>
            <a:chOff x="7021900" y="938575"/>
            <a:chExt cx="243600" cy="243600"/>
          </a:xfrm>
        </p:grpSpPr>
        <p:sp>
          <p:nvSpPr>
            <p:cNvPr id="1308" name="Google Shape;1308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9" name="Google Shape;1309;p18"/>
            <p:cNvCxnSpPr>
              <a:stCxn id="1308" idx="0"/>
              <a:endCxn id="130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0" name="Google Shape;1310;p18"/>
            <p:cNvCxnSpPr>
              <a:stCxn id="1308" idx="2"/>
              <a:endCxn id="130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11" name="Google Shape;1311;p18"/>
          <p:cNvSpPr/>
          <p:nvPr/>
        </p:nvSpPr>
        <p:spPr>
          <a:xfrm>
            <a:off x="2270216" y="2995413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8"/>
          <p:cNvSpPr txBox="1"/>
          <p:nvPr/>
        </p:nvSpPr>
        <p:spPr>
          <a:xfrm>
            <a:off x="2913113" y="3357144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3" name="Google Shape;1313;p18"/>
          <p:cNvGrpSpPr/>
          <p:nvPr/>
        </p:nvGrpSpPr>
        <p:grpSpPr>
          <a:xfrm>
            <a:off x="4217180" y="3081593"/>
            <a:ext cx="187767" cy="180167"/>
            <a:chOff x="7021900" y="938575"/>
            <a:chExt cx="243600" cy="243600"/>
          </a:xfrm>
        </p:grpSpPr>
        <p:sp>
          <p:nvSpPr>
            <p:cNvPr id="1314" name="Google Shape;1314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5" name="Google Shape;1315;p18"/>
            <p:cNvCxnSpPr>
              <a:stCxn id="1314" idx="0"/>
              <a:endCxn id="13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6" name="Google Shape;1316;p18"/>
            <p:cNvCxnSpPr>
              <a:stCxn id="1314" idx="2"/>
              <a:endCxn id="13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17" name="Google Shape;1317;p18"/>
          <p:cNvGrpSpPr/>
          <p:nvPr/>
        </p:nvGrpSpPr>
        <p:grpSpPr>
          <a:xfrm>
            <a:off x="3622681" y="3081593"/>
            <a:ext cx="187767" cy="180167"/>
            <a:chOff x="7021900" y="938575"/>
            <a:chExt cx="243600" cy="243600"/>
          </a:xfrm>
        </p:grpSpPr>
        <p:sp>
          <p:nvSpPr>
            <p:cNvPr id="1318" name="Google Shape;1318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9" name="Google Shape;1319;p18"/>
            <p:cNvCxnSpPr>
              <a:stCxn id="1318" idx="0"/>
              <a:endCxn id="131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0" name="Google Shape;1320;p18"/>
            <p:cNvCxnSpPr>
              <a:stCxn id="1318" idx="2"/>
              <a:endCxn id="131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1" name="Google Shape;1321;p18"/>
          <p:cNvGrpSpPr/>
          <p:nvPr/>
        </p:nvGrpSpPr>
        <p:grpSpPr>
          <a:xfrm>
            <a:off x="3043451" y="3081593"/>
            <a:ext cx="187767" cy="180167"/>
            <a:chOff x="7021900" y="938575"/>
            <a:chExt cx="243600" cy="243600"/>
          </a:xfrm>
        </p:grpSpPr>
        <p:sp>
          <p:nvSpPr>
            <p:cNvPr id="1322" name="Google Shape;1322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3" name="Google Shape;1323;p18"/>
            <p:cNvCxnSpPr>
              <a:stCxn id="1322" idx="0"/>
              <a:endCxn id="13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4" name="Google Shape;1324;p18"/>
            <p:cNvCxnSpPr>
              <a:stCxn id="1322" idx="2"/>
              <a:endCxn id="13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5" name="Google Shape;1325;p18"/>
          <p:cNvGrpSpPr/>
          <p:nvPr/>
        </p:nvGrpSpPr>
        <p:grpSpPr>
          <a:xfrm>
            <a:off x="2438307" y="3081593"/>
            <a:ext cx="187767" cy="180167"/>
            <a:chOff x="7021900" y="938575"/>
            <a:chExt cx="243600" cy="243600"/>
          </a:xfrm>
        </p:grpSpPr>
        <p:sp>
          <p:nvSpPr>
            <p:cNvPr id="1326" name="Google Shape;1326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7" name="Google Shape;1327;p18"/>
            <p:cNvCxnSpPr>
              <a:stCxn id="1326" idx="0"/>
              <a:endCxn id="13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8" name="Google Shape;1328;p18"/>
            <p:cNvCxnSpPr>
              <a:stCxn id="1326" idx="2"/>
              <a:endCxn id="13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9" name="Google Shape;1329;p18"/>
          <p:cNvGrpSpPr/>
          <p:nvPr/>
        </p:nvGrpSpPr>
        <p:grpSpPr>
          <a:xfrm>
            <a:off x="4776298" y="3081593"/>
            <a:ext cx="187767" cy="180167"/>
            <a:chOff x="7021900" y="938575"/>
            <a:chExt cx="243600" cy="243600"/>
          </a:xfrm>
        </p:grpSpPr>
        <p:sp>
          <p:nvSpPr>
            <p:cNvPr id="1330" name="Google Shape;1330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1" name="Google Shape;1331;p18"/>
            <p:cNvCxnSpPr>
              <a:stCxn id="1330" idx="0"/>
              <a:endCxn id="13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p18"/>
            <p:cNvCxnSpPr>
              <a:stCxn id="1330" idx="2"/>
              <a:endCxn id="13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3" name="Google Shape;1333;p18"/>
          <p:cNvGrpSpPr/>
          <p:nvPr/>
        </p:nvGrpSpPr>
        <p:grpSpPr>
          <a:xfrm>
            <a:off x="5347056" y="3081593"/>
            <a:ext cx="187767" cy="180167"/>
            <a:chOff x="7021900" y="938575"/>
            <a:chExt cx="243600" cy="243600"/>
          </a:xfrm>
        </p:grpSpPr>
        <p:sp>
          <p:nvSpPr>
            <p:cNvPr id="1334" name="Google Shape;1334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5" name="Google Shape;1335;p18"/>
            <p:cNvCxnSpPr>
              <a:stCxn id="1334" idx="0"/>
              <a:endCxn id="13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18"/>
            <p:cNvCxnSpPr>
              <a:stCxn id="1334" idx="2"/>
              <a:endCxn id="13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7" name="Google Shape;1337;p18"/>
          <p:cNvGrpSpPr/>
          <p:nvPr/>
        </p:nvGrpSpPr>
        <p:grpSpPr>
          <a:xfrm>
            <a:off x="5917813" y="3081593"/>
            <a:ext cx="187767" cy="180167"/>
            <a:chOff x="7021900" y="938575"/>
            <a:chExt cx="243600" cy="243600"/>
          </a:xfrm>
        </p:grpSpPr>
        <p:sp>
          <p:nvSpPr>
            <p:cNvPr id="1338" name="Google Shape;1338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9" name="Google Shape;1339;p18"/>
            <p:cNvCxnSpPr>
              <a:stCxn id="1338" idx="0"/>
              <a:endCxn id="133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p18"/>
            <p:cNvCxnSpPr>
              <a:stCxn id="1338" idx="2"/>
              <a:endCxn id="133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41" name="Google Shape;1341;p18"/>
          <p:cNvGrpSpPr/>
          <p:nvPr/>
        </p:nvGrpSpPr>
        <p:grpSpPr>
          <a:xfrm>
            <a:off x="3947470" y="4669236"/>
            <a:ext cx="187767" cy="180167"/>
            <a:chOff x="7021900" y="938575"/>
            <a:chExt cx="243600" cy="243600"/>
          </a:xfrm>
        </p:grpSpPr>
        <p:sp>
          <p:nvSpPr>
            <p:cNvPr id="1342" name="Google Shape;1342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3" name="Google Shape;1343;p18"/>
            <p:cNvCxnSpPr>
              <a:stCxn id="1342" idx="0"/>
              <a:endCxn id="134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4" name="Google Shape;1344;p18"/>
            <p:cNvCxnSpPr>
              <a:stCxn id="1342" idx="2"/>
              <a:endCxn id="134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45" name="Google Shape;1345;p18"/>
          <p:cNvGrpSpPr/>
          <p:nvPr/>
        </p:nvGrpSpPr>
        <p:grpSpPr>
          <a:xfrm>
            <a:off x="3486286" y="4669236"/>
            <a:ext cx="187767" cy="180167"/>
            <a:chOff x="7021900" y="938575"/>
            <a:chExt cx="243600" cy="243600"/>
          </a:xfrm>
        </p:grpSpPr>
        <p:sp>
          <p:nvSpPr>
            <p:cNvPr id="1346" name="Google Shape;1346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7" name="Google Shape;1347;p18"/>
            <p:cNvCxnSpPr>
              <a:stCxn id="1346" idx="0"/>
              <a:endCxn id="134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8" name="Google Shape;1348;p18"/>
            <p:cNvCxnSpPr>
              <a:stCxn id="1346" idx="2"/>
              <a:endCxn id="134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49" name="Google Shape;1349;p18"/>
          <p:cNvGrpSpPr/>
          <p:nvPr/>
        </p:nvGrpSpPr>
        <p:grpSpPr>
          <a:xfrm>
            <a:off x="3025102" y="4669236"/>
            <a:ext cx="187767" cy="180167"/>
            <a:chOff x="7021900" y="938575"/>
            <a:chExt cx="243600" cy="243600"/>
          </a:xfrm>
        </p:grpSpPr>
        <p:sp>
          <p:nvSpPr>
            <p:cNvPr id="1350" name="Google Shape;1350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1" name="Google Shape;1351;p18"/>
            <p:cNvCxnSpPr>
              <a:stCxn id="1350" idx="0"/>
              <a:endCxn id="135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2" name="Google Shape;1352;p18"/>
            <p:cNvCxnSpPr>
              <a:stCxn id="1350" idx="2"/>
              <a:endCxn id="135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3" name="Google Shape;1353;p18"/>
          <p:cNvGrpSpPr/>
          <p:nvPr/>
        </p:nvGrpSpPr>
        <p:grpSpPr>
          <a:xfrm>
            <a:off x="4408655" y="4669236"/>
            <a:ext cx="187767" cy="180167"/>
            <a:chOff x="7021900" y="938575"/>
            <a:chExt cx="243600" cy="243600"/>
          </a:xfrm>
        </p:grpSpPr>
        <p:sp>
          <p:nvSpPr>
            <p:cNvPr id="1354" name="Google Shape;1354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5" name="Google Shape;1355;p18"/>
            <p:cNvCxnSpPr>
              <a:stCxn id="1354" idx="0"/>
              <a:endCxn id="135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6" name="Google Shape;1356;p18"/>
            <p:cNvCxnSpPr>
              <a:stCxn id="1354" idx="2"/>
              <a:endCxn id="135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7" name="Google Shape;1357;p18"/>
          <p:cNvGrpSpPr/>
          <p:nvPr/>
        </p:nvGrpSpPr>
        <p:grpSpPr>
          <a:xfrm>
            <a:off x="4869839" y="4669236"/>
            <a:ext cx="187767" cy="180167"/>
            <a:chOff x="7021900" y="938575"/>
            <a:chExt cx="243600" cy="243600"/>
          </a:xfrm>
        </p:grpSpPr>
        <p:sp>
          <p:nvSpPr>
            <p:cNvPr id="1358" name="Google Shape;1358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9" name="Google Shape;1359;p18"/>
            <p:cNvCxnSpPr>
              <a:stCxn id="1358" idx="0"/>
              <a:endCxn id="135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0" name="Google Shape;1360;p18"/>
            <p:cNvCxnSpPr>
              <a:stCxn id="1358" idx="2"/>
              <a:endCxn id="135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61" name="Google Shape;1361;p18"/>
          <p:cNvGrpSpPr/>
          <p:nvPr/>
        </p:nvGrpSpPr>
        <p:grpSpPr>
          <a:xfrm>
            <a:off x="5331024" y="4669236"/>
            <a:ext cx="187767" cy="180167"/>
            <a:chOff x="7021900" y="938575"/>
            <a:chExt cx="243600" cy="243600"/>
          </a:xfrm>
        </p:grpSpPr>
        <p:sp>
          <p:nvSpPr>
            <p:cNvPr id="1362" name="Google Shape;1362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3" name="Google Shape;1363;p18"/>
            <p:cNvCxnSpPr>
              <a:stCxn id="1362" idx="0"/>
              <a:endCxn id="136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4" name="Google Shape;1364;p18"/>
            <p:cNvCxnSpPr>
              <a:stCxn id="1362" idx="2"/>
              <a:endCxn id="136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65" name="Google Shape;1365;p18"/>
          <p:cNvGrpSpPr/>
          <p:nvPr/>
        </p:nvGrpSpPr>
        <p:grpSpPr>
          <a:xfrm>
            <a:off x="5792208" y="4669236"/>
            <a:ext cx="187767" cy="180167"/>
            <a:chOff x="7021900" y="938575"/>
            <a:chExt cx="243600" cy="243600"/>
          </a:xfrm>
        </p:grpSpPr>
        <p:sp>
          <p:nvSpPr>
            <p:cNvPr id="1366" name="Google Shape;1366;p1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7" name="Google Shape;1367;p18"/>
            <p:cNvCxnSpPr>
              <a:stCxn id="1366" idx="0"/>
              <a:endCxn id="136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8" name="Google Shape;1368;p18"/>
            <p:cNvCxnSpPr>
              <a:stCxn id="1366" idx="2"/>
              <a:endCxn id="136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69" name="Google Shape;1369;p18"/>
          <p:cNvSpPr txBox="1"/>
          <p:nvPr/>
        </p:nvSpPr>
        <p:spPr>
          <a:xfrm>
            <a:off x="2375162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18"/>
          <p:cNvSpPr txBox="1"/>
          <p:nvPr/>
        </p:nvSpPr>
        <p:spPr>
          <a:xfrm>
            <a:off x="2836347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18"/>
          <p:cNvSpPr txBox="1"/>
          <p:nvPr/>
        </p:nvSpPr>
        <p:spPr>
          <a:xfrm>
            <a:off x="3297531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8"/>
          <p:cNvSpPr txBox="1"/>
          <p:nvPr/>
        </p:nvSpPr>
        <p:spPr>
          <a:xfrm>
            <a:off x="3758715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18"/>
          <p:cNvSpPr txBox="1"/>
          <p:nvPr/>
        </p:nvSpPr>
        <p:spPr>
          <a:xfrm>
            <a:off x="4219900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18"/>
          <p:cNvSpPr txBox="1"/>
          <p:nvPr/>
        </p:nvSpPr>
        <p:spPr>
          <a:xfrm>
            <a:off x="4681084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18"/>
          <p:cNvSpPr txBox="1"/>
          <p:nvPr/>
        </p:nvSpPr>
        <p:spPr>
          <a:xfrm>
            <a:off x="5142268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18"/>
          <p:cNvSpPr txBox="1"/>
          <p:nvPr/>
        </p:nvSpPr>
        <p:spPr>
          <a:xfrm>
            <a:off x="5603453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7" name="Google Shape;1377;p18"/>
          <p:cNvCxnSpPr/>
          <p:nvPr/>
        </p:nvCxnSpPr>
        <p:spPr>
          <a:xfrm>
            <a:off x="1682037" y="1647953"/>
            <a:ext cx="44355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18"/>
          <p:cNvCxnSpPr/>
          <p:nvPr/>
        </p:nvCxnSpPr>
        <p:spPr>
          <a:xfrm>
            <a:off x="1682037" y="1878093"/>
            <a:ext cx="4440300" cy="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79" name="Google Shape;1379;p18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158" y="2128288"/>
            <a:ext cx="525356" cy="5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8"/>
          <p:cNvSpPr txBox="1"/>
          <p:nvPr/>
        </p:nvSpPr>
        <p:spPr>
          <a:xfrm>
            <a:off x="1375017" y="172798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18"/>
          <p:cNvSpPr txBox="1"/>
          <p:nvPr/>
        </p:nvSpPr>
        <p:spPr>
          <a:xfrm>
            <a:off x="1375017" y="149784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2" name="Google Shape;1382;p18"/>
          <p:cNvCxnSpPr/>
          <p:nvPr/>
        </p:nvCxnSpPr>
        <p:spPr>
          <a:xfrm rot="10800000">
            <a:off x="2532044" y="1878294"/>
            <a:ext cx="0" cy="11145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3" name="Google Shape;1383;p18"/>
          <p:cNvCxnSpPr/>
          <p:nvPr/>
        </p:nvCxnSpPr>
        <p:spPr>
          <a:xfrm rot="10800000">
            <a:off x="3137535" y="1657722"/>
            <a:ext cx="0" cy="13344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18"/>
          <p:cNvSpPr/>
          <p:nvPr/>
        </p:nvSpPr>
        <p:spPr>
          <a:xfrm>
            <a:off x="3108949" y="1620438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8"/>
          <p:cNvSpPr/>
          <p:nvPr/>
        </p:nvSpPr>
        <p:spPr>
          <a:xfrm>
            <a:off x="2503486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6" name="Google Shape;1386;p18"/>
          <p:cNvCxnSpPr>
            <a:endCxn id="1379" idx="2"/>
          </p:cNvCxnSpPr>
          <p:nvPr/>
        </p:nvCxnSpPr>
        <p:spPr>
          <a:xfrm rot="10800000">
            <a:off x="4309836" y="2632393"/>
            <a:ext cx="0" cy="3537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7" name="Google Shape;1387;p18"/>
          <p:cNvCxnSpPr/>
          <p:nvPr/>
        </p:nvCxnSpPr>
        <p:spPr>
          <a:xfrm rot="10800000">
            <a:off x="3719673" y="2805548"/>
            <a:ext cx="0" cy="1899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8" name="Google Shape;1388;p18"/>
          <p:cNvCxnSpPr/>
          <p:nvPr/>
        </p:nvCxnSpPr>
        <p:spPr>
          <a:xfrm rot="10800000">
            <a:off x="4868626" y="2806085"/>
            <a:ext cx="0" cy="1938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9" name="Google Shape;1389;p18"/>
          <p:cNvCxnSpPr/>
          <p:nvPr/>
        </p:nvCxnSpPr>
        <p:spPr>
          <a:xfrm rot="10800000">
            <a:off x="4524900" y="2512994"/>
            <a:ext cx="346500" cy="2994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18"/>
          <p:cNvCxnSpPr/>
          <p:nvPr/>
        </p:nvCxnSpPr>
        <p:spPr>
          <a:xfrm flipH="1" rot="10800000">
            <a:off x="3717303" y="2514445"/>
            <a:ext cx="377400" cy="301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18"/>
          <p:cNvCxnSpPr>
            <a:endCxn id="1392" idx="1"/>
          </p:cNvCxnSpPr>
          <p:nvPr/>
        </p:nvCxnSpPr>
        <p:spPr>
          <a:xfrm rot="10800000">
            <a:off x="6011597" y="257667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3" name="Google Shape;1393;p18"/>
          <p:cNvCxnSpPr>
            <a:stCxn id="1392" idx="3"/>
          </p:cNvCxnSpPr>
          <p:nvPr/>
        </p:nvCxnSpPr>
        <p:spPr>
          <a:xfrm rot="10800000">
            <a:off x="6011597" y="1878203"/>
            <a:ext cx="0" cy="3888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4" name="Google Shape;1394;p18"/>
          <p:cNvSpPr txBox="1"/>
          <p:nvPr/>
        </p:nvSpPr>
        <p:spPr>
          <a:xfrm>
            <a:off x="3369304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18"/>
          <p:cNvSpPr txBox="1"/>
          <p:nvPr/>
        </p:nvSpPr>
        <p:spPr>
          <a:xfrm>
            <a:off x="3950275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18"/>
          <p:cNvSpPr txBox="1"/>
          <p:nvPr/>
        </p:nvSpPr>
        <p:spPr>
          <a:xfrm>
            <a:off x="4517959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8"/>
          <p:cNvSpPr txBox="1"/>
          <p:nvPr/>
        </p:nvSpPr>
        <p:spPr>
          <a:xfrm>
            <a:off x="5674359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8" name="Google Shape;1398;p18"/>
          <p:cNvGrpSpPr/>
          <p:nvPr/>
        </p:nvGrpSpPr>
        <p:grpSpPr>
          <a:xfrm>
            <a:off x="3601357" y="3347855"/>
            <a:ext cx="137425" cy="744114"/>
            <a:chOff x="5994550" y="3527588"/>
            <a:chExt cx="229500" cy="1242675"/>
          </a:xfrm>
        </p:grpSpPr>
        <p:cxnSp>
          <p:nvCxnSpPr>
            <p:cNvPr id="1399" name="Google Shape;1399;p1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0" name="Google Shape;1400;p1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1" name="Google Shape;1401;p1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2" name="Google Shape;1402;p1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4" name="Google Shape;1404;p18"/>
          <p:cNvGrpSpPr/>
          <p:nvPr/>
        </p:nvGrpSpPr>
        <p:grpSpPr>
          <a:xfrm>
            <a:off x="4195660" y="3347855"/>
            <a:ext cx="137425" cy="744114"/>
            <a:chOff x="5994550" y="3527588"/>
            <a:chExt cx="229500" cy="1242675"/>
          </a:xfrm>
        </p:grpSpPr>
        <p:cxnSp>
          <p:nvCxnSpPr>
            <p:cNvPr id="1405" name="Google Shape;1405;p1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6" name="Google Shape;1406;p1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7" name="Google Shape;1407;p1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8" name="Google Shape;1408;p1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0" name="Google Shape;1410;p18"/>
          <p:cNvGrpSpPr/>
          <p:nvPr/>
        </p:nvGrpSpPr>
        <p:grpSpPr>
          <a:xfrm>
            <a:off x="4754870" y="3343379"/>
            <a:ext cx="137425" cy="744114"/>
            <a:chOff x="5994550" y="3527588"/>
            <a:chExt cx="229500" cy="1242675"/>
          </a:xfrm>
        </p:grpSpPr>
        <p:cxnSp>
          <p:nvCxnSpPr>
            <p:cNvPr id="1411" name="Google Shape;1411;p1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2" name="Google Shape;1412;p1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3" name="Google Shape;1413;p1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4" name="Google Shape;1414;p1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6" name="Google Shape;1416;p18"/>
          <p:cNvGrpSpPr/>
          <p:nvPr/>
        </p:nvGrpSpPr>
        <p:grpSpPr>
          <a:xfrm>
            <a:off x="5325654" y="3351029"/>
            <a:ext cx="137425" cy="744114"/>
            <a:chOff x="5994550" y="3527588"/>
            <a:chExt cx="229500" cy="1242675"/>
          </a:xfrm>
        </p:grpSpPr>
        <p:cxnSp>
          <p:nvCxnSpPr>
            <p:cNvPr id="1417" name="Google Shape;1417;p1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p1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1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0" name="Google Shape;1420;p1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2" name="Google Shape;1422;p18"/>
          <p:cNvGrpSpPr/>
          <p:nvPr/>
        </p:nvGrpSpPr>
        <p:grpSpPr>
          <a:xfrm>
            <a:off x="5896437" y="3343379"/>
            <a:ext cx="137425" cy="744114"/>
            <a:chOff x="5994550" y="3527588"/>
            <a:chExt cx="229500" cy="1242675"/>
          </a:xfrm>
        </p:grpSpPr>
        <p:cxnSp>
          <p:nvCxnSpPr>
            <p:cNvPr id="1423" name="Google Shape;1423;p1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4" name="Google Shape;1424;p1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1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6" name="Google Shape;1426;p1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28" name="Google Shape;1428;p18"/>
          <p:cNvCxnSpPr/>
          <p:nvPr/>
        </p:nvCxnSpPr>
        <p:spPr>
          <a:xfrm rot="10800000">
            <a:off x="3130925" y="4094853"/>
            <a:ext cx="28896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9" name="Google Shape;1429;p18"/>
          <p:cNvSpPr/>
          <p:nvPr/>
        </p:nvSpPr>
        <p:spPr>
          <a:xfrm>
            <a:off x="5983099" y="185068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0" name="Google Shape;1430;p18"/>
          <p:cNvCxnSpPr/>
          <p:nvPr/>
        </p:nvCxnSpPr>
        <p:spPr>
          <a:xfrm>
            <a:off x="3139062" y="3352518"/>
            <a:ext cx="0" cy="7437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1" name="Google Shape;1431;p18"/>
          <p:cNvSpPr/>
          <p:nvPr/>
        </p:nvSpPr>
        <p:spPr>
          <a:xfrm>
            <a:off x="5983099" y="4060845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8"/>
          <p:cNvSpPr/>
          <p:nvPr/>
        </p:nvSpPr>
        <p:spPr>
          <a:xfrm>
            <a:off x="5409246" y="4072410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8"/>
          <p:cNvSpPr/>
          <p:nvPr/>
        </p:nvSpPr>
        <p:spPr>
          <a:xfrm>
            <a:off x="4842722" y="4072402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8"/>
          <p:cNvSpPr/>
          <p:nvPr/>
        </p:nvSpPr>
        <p:spPr>
          <a:xfrm>
            <a:off x="4282673" y="4069289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18"/>
          <p:cNvSpPr/>
          <p:nvPr/>
        </p:nvSpPr>
        <p:spPr>
          <a:xfrm>
            <a:off x="3682300" y="4072417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8"/>
          <p:cNvSpPr txBox="1"/>
          <p:nvPr/>
        </p:nvSpPr>
        <p:spPr>
          <a:xfrm>
            <a:off x="3423965" y="33571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18"/>
          <p:cNvSpPr txBox="1"/>
          <p:nvPr/>
        </p:nvSpPr>
        <p:spPr>
          <a:xfrm>
            <a:off x="4016150" y="3339525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18"/>
          <p:cNvSpPr txBox="1"/>
          <p:nvPr/>
        </p:nvSpPr>
        <p:spPr>
          <a:xfrm>
            <a:off x="4586026" y="33377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8"/>
          <p:cNvSpPr txBox="1"/>
          <p:nvPr/>
        </p:nvSpPr>
        <p:spPr>
          <a:xfrm>
            <a:off x="51314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8"/>
          <p:cNvSpPr txBox="1"/>
          <p:nvPr/>
        </p:nvSpPr>
        <p:spPr>
          <a:xfrm>
            <a:off x="57257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8"/>
          <p:cNvSpPr txBox="1"/>
          <p:nvPr/>
        </p:nvSpPr>
        <p:spPr>
          <a:xfrm>
            <a:off x="2290493" y="3336589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2" name="Google Shape;1442;p18"/>
          <p:cNvCxnSpPr>
            <a:stCxn id="1379" idx="0"/>
          </p:cNvCxnSpPr>
          <p:nvPr/>
        </p:nvCxnSpPr>
        <p:spPr>
          <a:xfrm rot="10800000">
            <a:off x="4309836" y="1883188"/>
            <a:ext cx="0" cy="2451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3" name="Google Shape;1443;p18"/>
          <p:cNvSpPr/>
          <p:nvPr/>
        </p:nvSpPr>
        <p:spPr>
          <a:xfrm>
            <a:off x="4281273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8"/>
          <p:cNvSpPr txBox="1"/>
          <p:nvPr/>
        </p:nvSpPr>
        <p:spPr>
          <a:xfrm>
            <a:off x="3945384" y="1912979"/>
            <a:ext cx="346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2" name="Google Shape;1392;p18" title="heatin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856761" y="2267003"/>
            <a:ext cx="309672" cy="30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18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5357863" y="2238212"/>
            <a:ext cx="344375" cy="35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6" name="Google Shape;1446;p18"/>
          <p:cNvCxnSpPr/>
          <p:nvPr/>
        </p:nvCxnSpPr>
        <p:spPr>
          <a:xfrm rot="10800000">
            <a:off x="5441122" y="258312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7" name="Google Shape;1447;p18"/>
          <p:cNvCxnSpPr/>
          <p:nvPr/>
        </p:nvCxnSpPr>
        <p:spPr>
          <a:xfrm rot="10800000">
            <a:off x="5449647" y="1876503"/>
            <a:ext cx="0" cy="3723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8" name="Google Shape;1448;p18"/>
          <p:cNvSpPr/>
          <p:nvPr/>
        </p:nvSpPr>
        <p:spPr>
          <a:xfrm>
            <a:off x="5421149" y="185058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8"/>
          <p:cNvSpPr txBox="1"/>
          <p:nvPr/>
        </p:nvSpPr>
        <p:spPr>
          <a:xfrm>
            <a:off x="5099446" y="2683185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8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9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#10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9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9" name="Google Shape;1459;p19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0" name="Google Shape;1460;p19"/>
          <p:cNvSpPr/>
          <p:nvPr/>
        </p:nvSpPr>
        <p:spPr>
          <a:xfrm>
            <a:off x="2730276" y="4175366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1" name="Google Shape;1461;p19"/>
          <p:cNvGrpSpPr/>
          <p:nvPr/>
        </p:nvGrpSpPr>
        <p:grpSpPr>
          <a:xfrm>
            <a:off x="2984016" y="4249834"/>
            <a:ext cx="162384" cy="155807"/>
            <a:chOff x="7021900" y="938575"/>
            <a:chExt cx="243600" cy="243600"/>
          </a:xfrm>
        </p:grpSpPr>
        <p:sp>
          <p:nvSpPr>
            <p:cNvPr id="1462" name="Google Shape;1462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3" name="Google Shape;1463;p19"/>
            <p:cNvCxnSpPr>
              <a:stCxn id="1462" idx="0"/>
              <a:endCxn id="146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19"/>
            <p:cNvCxnSpPr>
              <a:stCxn id="1462" idx="2"/>
              <a:endCxn id="146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65" name="Google Shape;1465;p19"/>
          <p:cNvSpPr/>
          <p:nvPr/>
        </p:nvSpPr>
        <p:spPr>
          <a:xfrm>
            <a:off x="2730277" y="2802251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9"/>
          <p:cNvSpPr txBox="1"/>
          <p:nvPr/>
        </p:nvSpPr>
        <p:spPr>
          <a:xfrm>
            <a:off x="3286297" y="3115100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7" name="Google Shape;1467;p19"/>
          <p:cNvGrpSpPr/>
          <p:nvPr/>
        </p:nvGrpSpPr>
        <p:grpSpPr>
          <a:xfrm>
            <a:off x="4413867" y="2876733"/>
            <a:ext cx="162384" cy="155807"/>
            <a:chOff x="7021900" y="938575"/>
            <a:chExt cx="243600" cy="243600"/>
          </a:xfrm>
        </p:grpSpPr>
        <p:sp>
          <p:nvSpPr>
            <p:cNvPr id="1468" name="Google Shape;1468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9" name="Google Shape;1469;p19"/>
            <p:cNvCxnSpPr>
              <a:stCxn id="1468" idx="0"/>
              <a:endCxn id="146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0" name="Google Shape;1470;p19"/>
            <p:cNvCxnSpPr>
              <a:stCxn id="1468" idx="2"/>
              <a:endCxn id="146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1" name="Google Shape;1471;p19"/>
          <p:cNvGrpSpPr/>
          <p:nvPr/>
        </p:nvGrpSpPr>
        <p:grpSpPr>
          <a:xfrm>
            <a:off x="3899705" y="2876733"/>
            <a:ext cx="162384" cy="155807"/>
            <a:chOff x="7021900" y="938575"/>
            <a:chExt cx="243600" cy="243600"/>
          </a:xfrm>
        </p:grpSpPr>
        <p:sp>
          <p:nvSpPr>
            <p:cNvPr id="1472" name="Google Shape;1472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3" name="Google Shape;1473;p19"/>
            <p:cNvCxnSpPr>
              <a:stCxn id="1472" idx="0"/>
              <a:endCxn id="147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19"/>
            <p:cNvCxnSpPr>
              <a:stCxn id="1472" idx="2"/>
              <a:endCxn id="147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5" name="Google Shape;1475;p19"/>
          <p:cNvGrpSpPr/>
          <p:nvPr/>
        </p:nvGrpSpPr>
        <p:grpSpPr>
          <a:xfrm>
            <a:off x="3398749" y="2876733"/>
            <a:ext cx="162384" cy="155807"/>
            <a:chOff x="7021900" y="938575"/>
            <a:chExt cx="243600" cy="243600"/>
          </a:xfrm>
        </p:grpSpPr>
        <p:sp>
          <p:nvSpPr>
            <p:cNvPr id="1476" name="Google Shape;1476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7" name="Google Shape;1477;p19"/>
            <p:cNvCxnSpPr>
              <a:stCxn id="1476" idx="0"/>
              <a:endCxn id="147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8" name="Google Shape;1478;p19"/>
            <p:cNvCxnSpPr>
              <a:stCxn id="1476" idx="2"/>
              <a:endCxn id="147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9" name="Google Shape;1479;p19"/>
          <p:cNvGrpSpPr/>
          <p:nvPr/>
        </p:nvGrpSpPr>
        <p:grpSpPr>
          <a:xfrm>
            <a:off x="2875381" y="2876733"/>
            <a:ext cx="162384" cy="155807"/>
            <a:chOff x="7021900" y="938575"/>
            <a:chExt cx="243600" cy="243600"/>
          </a:xfrm>
        </p:grpSpPr>
        <p:sp>
          <p:nvSpPr>
            <p:cNvPr id="1480" name="Google Shape;1480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1" name="Google Shape;1481;p19"/>
            <p:cNvCxnSpPr>
              <a:stCxn id="1480" idx="0"/>
              <a:endCxn id="148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2" name="Google Shape;1482;p19"/>
            <p:cNvCxnSpPr>
              <a:stCxn id="1480" idx="2"/>
              <a:endCxn id="148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3" name="Google Shape;1483;p19"/>
          <p:cNvGrpSpPr/>
          <p:nvPr/>
        </p:nvGrpSpPr>
        <p:grpSpPr>
          <a:xfrm>
            <a:off x="4897430" y="2876733"/>
            <a:ext cx="162384" cy="155807"/>
            <a:chOff x="7021900" y="938575"/>
            <a:chExt cx="243600" cy="243600"/>
          </a:xfrm>
        </p:grpSpPr>
        <p:sp>
          <p:nvSpPr>
            <p:cNvPr id="1484" name="Google Shape;1484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5" name="Google Shape;1485;p19"/>
            <p:cNvCxnSpPr>
              <a:stCxn id="1484" idx="0"/>
              <a:endCxn id="148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6" name="Google Shape;1486;p19"/>
            <p:cNvCxnSpPr>
              <a:stCxn id="1484" idx="2"/>
              <a:endCxn id="148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7" name="Google Shape;1487;p19"/>
          <p:cNvGrpSpPr/>
          <p:nvPr/>
        </p:nvGrpSpPr>
        <p:grpSpPr>
          <a:xfrm>
            <a:off x="5391059" y="2876733"/>
            <a:ext cx="162384" cy="155807"/>
            <a:chOff x="7021900" y="938575"/>
            <a:chExt cx="243600" cy="243600"/>
          </a:xfrm>
        </p:grpSpPr>
        <p:sp>
          <p:nvSpPr>
            <p:cNvPr id="1488" name="Google Shape;1488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9" name="Google Shape;1489;p19"/>
            <p:cNvCxnSpPr>
              <a:stCxn id="1488" idx="0"/>
              <a:endCxn id="148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0" name="Google Shape;1490;p19"/>
            <p:cNvCxnSpPr>
              <a:stCxn id="1488" idx="2"/>
              <a:endCxn id="148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91" name="Google Shape;1491;p19"/>
          <p:cNvGrpSpPr/>
          <p:nvPr/>
        </p:nvGrpSpPr>
        <p:grpSpPr>
          <a:xfrm>
            <a:off x="5884688" y="2876733"/>
            <a:ext cx="162384" cy="155807"/>
            <a:chOff x="7021900" y="938575"/>
            <a:chExt cx="243600" cy="243600"/>
          </a:xfrm>
        </p:grpSpPr>
        <p:sp>
          <p:nvSpPr>
            <p:cNvPr id="1492" name="Google Shape;1492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3" name="Google Shape;1493;p19"/>
            <p:cNvCxnSpPr>
              <a:stCxn id="1492" idx="0"/>
              <a:endCxn id="149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4" name="Google Shape;1494;p19"/>
            <p:cNvCxnSpPr>
              <a:stCxn id="1492" idx="2"/>
              <a:endCxn id="149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95" name="Google Shape;1495;p19"/>
          <p:cNvGrpSpPr/>
          <p:nvPr/>
        </p:nvGrpSpPr>
        <p:grpSpPr>
          <a:xfrm>
            <a:off x="4180605" y="4249834"/>
            <a:ext cx="162384" cy="155807"/>
            <a:chOff x="7021900" y="938575"/>
            <a:chExt cx="243600" cy="243600"/>
          </a:xfrm>
        </p:grpSpPr>
        <p:sp>
          <p:nvSpPr>
            <p:cNvPr id="1496" name="Google Shape;1496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7" name="Google Shape;1497;p19"/>
            <p:cNvCxnSpPr>
              <a:stCxn id="1496" idx="0"/>
              <a:endCxn id="149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8" name="Google Shape;1498;p19"/>
            <p:cNvCxnSpPr>
              <a:stCxn id="1496" idx="2"/>
              <a:endCxn id="149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99" name="Google Shape;1499;p19"/>
          <p:cNvGrpSpPr/>
          <p:nvPr/>
        </p:nvGrpSpPr>
        <p:grpSpPr>
          <a:xfrm>
            <a:off x="3781742" y="4249834"/>
            <a:ext cx="162384" cy="155807"/>
            <a:chOff x="7021900" y="938575"/>
            <a:chExt cx="243600" cy="243600"/>
          </a:xfrm>
        </p:grpSpPr>
        <p:sp>
          <p:nvSpPr>
            <p:cNvPr id="1500" name="Google Shape;1500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1" name="Google Shape;1501;p19"/>
            <p:cNvCxnSpPr>
              <a:stCxn id="1500" idx="0"/>
              <a:endCxn id="150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2" name="Google Shape;1502;p19"/>
            <p:cNvCxnSpPr>
              <a:stCxn id="1500" idx="2"/>
              <a:endCxn id="150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03" name="Google Shape;1503;p19"/>
          <p:cNvGrpSpPr/>
          <p:nvPr/>
        </p:nvGrpSpPr>
        <p:grpSpPr>
          <a:xfrm>
            <a:off x="3382879" y="4249834"/>
            <a:ext cx="162384" cy="155807"/>
            <a:chOff x="7021900" y="938575"/>
            <a:chExt cx="243600" cy="243600"/>
          </a:xfrm>
        </p:grpSpPr>
        <p:sp>
          <p:nvSpPr>
            <p:cNvPr id="1504" name="Google Shape;1504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5" name="Google Shape;1505;p19"/>
            <p:cNvCxnSpPr>
              <a:stCxn id="1504" idx="0"/>
              <a:endCxn id="150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6" name="Google Shape;1506;p19"/>
            <p:cNvCxnSpPr>
              <a:stCxn id="1504" idx="2"/>
              <a:endCxn id="150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07" name="Google Shape;1507;p19"/>
          <p:cNvGrpSpPr/>
          <p:nvPr/>
        </p:nvGrpSpPr>
        <p:grpSpPr>
          <a:xfrm>
            <a:off x="4579468" y="4249834"/>
            <a:ext cx="162384" cy="155807"/>
            <a:chOff x="7021900" y="938575"/>
            <a:chExt cx="243600" cy="243600"/>
          </a:xfrm>
        </p:grpSpPr>
        <p:sp>
          <p:nvSpPr>
            <p:cNvPr id="1508" name="Google Shape;1508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9" name="Google Shape;1509;p19"/>
            <p:cNvCxnSpPr>
              <a:stCxn id="1508" idx="0"/>
              <a:endCxn id="150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0" name="Google Shape;1510;p19"/>
            <p:cNvCxnSpPr>
              <a:stCxn id="1508" idx="2"/>
              <a:endCxn id="150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1" name="Google Shape;1511;p19"/>
          <p:cNvGrpSpPr/>
          <p:nvPr/>
        </p:nvGrpSpPr>
        <p:grpSpPr>
          <a:xfrm>
            <a:off x="4978330" y="4249834"/>
            <a:ext cx="162384" cy="155807"/>
            <a:chOff x="7021900" y="938575"/>
            <a:chExt cx="243600" cy="243600"/>
          </a:xfrm>
        </p:grpSpPr>
        <p:sp>
          <p:nvSpPr>
            <p:cNvPr id="1512" name="Google Shape;1512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3" name="Google Shape;1513;p19"/>
            <p:cNvCxnSpPr>
              <a:stCxn id="1512" idx="0"/>
              <a:endCxn id="151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4" name="Google Shape;1514;p19"/>
            <p:cNvCxnSpPr>
              <a:stCxn id="1512" idx="2"/>
              <a:endCxn id="151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5" name="Google Shape;1515;p19"/>
          <p:cNvGrpSpPr/>
          <p:nvPr/>
        </p:nvGrpSpPr>
        <p:grpSpPr>
          <a:xfrm>
            <a:off x="5377193" y="4249834"/>
            <a:ext cx="162384" cy="155807"/>
            <a:chOff x="7021900" y="938575"/>
            <a:chExt cx="243600" cy="243600"/>
          </a:xfrm>
        </p:grpSpPr>
        <p:sp>
          <p:nvSpPr>
            <p:cNvPr id="1516" name="Google Shape;1516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7" name="Google Shape;1517;p19"/>
            <p:cNvCxnSpPr>
              <a:stCxn id="1516" idx="0"/>
              <a:endCxn id="151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8" name="Google Shape;1518;p19"/>
            <p:cNvCxnSpPr>
              <a:stCxn id="1516" idx="2"/>
              <a:endCxn id="151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9" name="Google Shape;1519;p19"/>
          <p:cNvGrpSpPr/>
          <p:nvPr/>
        </p:nvGrpSpPr>
        <p:grpSpPr>
          <a:xfrm>
            <a:off x="5776056" y="4249834"/>
            <a:ext cx="162384" cy="155807"/>
            <a:chOff x="7021900" y="938575"/>
            <a:chExt cx="243600" cy="243600"/>
          </a:xfrm>
        </p:grpSpPr>
        <p:sp>
          <p:nvSpPr>
            <p:cNvPr id="1520" name="Google Shape;1520;p19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1" name="Google Shape;1521;p19"/>
            <p:cNvCxnSpPr>
              <a:stCxn id="1520" idx="0"/>
              <a:endCxn id="152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2" name="Google Shape;1522;p19"/>
            <p:cNvCxnSpPr>
              <a:stCxn id="1520" idx="2"/>
              <a:endCxn id="152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23" name="Google Shape;1523;p19"/>
          <p:cNvSpPr txBox="1"/>
          <p:nvPr/>
        </p:nvSpPr>
        <p:spPr>
          <a:xfrm>
            <a:off x="282104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9"/>
          <p:cNvSpPr txBox="1"/>
          <p:nvPr/>
        </p:nvSpPr>
        <p:spPr>
          <a:xfrm>
            <a:off x="3219904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19"/>
          <p:cNvSpPr txBox="1"/>
          <p:nvPr/>
        </p:nvSpPr>
        <p:spPr>
          <a:xfrm>
            <a:off x="3618767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19"/>
          <p:cNvSpPr txBox="1"/>
          <p:nvPr/>
        </p:nvSpPr>
        <p:spPr>
          <a:xfrm>
            <a:off x="4017630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19"/>
          <p:cNvSpPr txBox="1"/>
          <p:nvPr/>
        </p:nvSpPr>
        <p:spPr>
          <a:xfrm>
            <a:off x="4416493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19"/>
          <p:cNvSpPr txBox="1"/>
          <p:nvPr/>
        </p:nvSpPr>
        <p:spPr>
          <a:xfrm>
            <a:off x="4815355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9"/>
          <p:cNvSpPr txBox="1"/>
          <p:nvPr/>
        </p:nvSpPr>
        <p:spPr>
          <a:xfrm>
            <a:off x="5214218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9"/>
          <p:cNvSpPr txBox="1"/>
          <p:nvPr/>
        </p:nvSpPr>
        <p:spPr>
          <a:xfrm>
            <a:off x="561308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1" name="Google Shape;1531;p19"/>
          <p:cNvCxnSpPr/>
          <p:nvPr/>
        </p:nvCxnSpPr>
        <p:spPr>
          <a:xfrm>
            <a:off x="2221576" y="1636875"/>
            <a:ext cx="38784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2" name="Google Shape;1532;p19"/>
          <p:cNvCxnSpPr/>
          <p:nvPr/>
        </p:nvCxnSpPr>
        <p:spPr>
          <a:xfrm>
            <a:off x="2221576" y="1835925"/>
            <a:ext cx="38784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33" name="Google Shape;1533;p19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094" y="2052302"/>
            <a:ext cx="454362" cy="4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19"/>
          <p:cNvSpPr txBox="1"/>
          <p:nvPr/>
        </p:nvSpPr>
        <p:spPr>
          <a:xfrm>
            <a:off x="1956050" y="170609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19"/>
          <p:cNvSpPr txBox="1"/>
          <p:nvPr/>
        </p:nvSpPr>
        <p:spPr>
          <a:xfrm>
            <a:off x="1956050" y="1507050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6" name="Google Shape;1536;p19"/>
          <p:cNvCxnSpPr/>
          <p:nvPr/>
        </p:nvCxnSpPr>
        <p:spPr>
          <a:xfrm rot="10800000">
            <a:off x="2956723" y="1836086"/>
            <a:ext cx="0" cy="9639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7" name="Google Shape;1537;p19"/>
          <p:cNvCxnSpPr/>
          <p:nvPr/>
        </p:nvCxnSpPr>
        <p:spPr>
          <a:xfrm rot="10800000">
            <a:off x="3480392" y="1645305"/>
            <a:ext cx="0" cy="115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8" name="Google Shape;1538;p19"/>
          <p:cNvSpPr/>
          <p:nvPr/>
        </p:nvSpPr>
        <p:spPr>
          <a:xfrm>
            <a:off x="3455669" y="161307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9"/>
          <p:cNvSpPr/>
          <p:nvPr/>
        </p:nvSpPr>
        <p:spPr>
          <a:xfrm>
            <a:off x="2932024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0" name="Google Shape;1540;p19"/>
          <p:cNvCxnSpPr>
            <a:endCxn id="1533" idx="2"/>
          </p:cNvCxnSpPr>
          <p:nvPr/>
        </p:nvCxnSpPr>
        <p:spPr>
          <a:xfrm rot="10800000">
            <a:off x="4494275" y="2488286"/>
            <a:ext cx="0" cy="305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1" name="Google Shape;1541;p19"/>
          <p:cNvCxnSpPr/>
          <p:nvPr/>
        </p:nvCxnSpPr>
        <p:spPr>
          <a:xfrm rot="10800000">
            <a:off x="3983864" y="2637881"/>
            <a:ext cx="0" cy="164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2" name="Google Shape;1542;p19"/>
          <p:cNvCxnSpPr/>
          <p:nvPr/>
        </p:nvCxnSpPr>
        <p:spPr>
          <a:xfrm rot="10800000">
            <a:off x="4977554" y="2638719"/>
            <a:ext cx="0" cy="167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3" name="Google Shape;1543;p19"/>
          <p:cNvCxnSpPr/>
          <p:nvPr/>
        </p:nvCxnSpPr>
        <p:spPr>
          <a:xfrm rot="10800000">
            <a:off x="4680254" y="2385064"/>
            <a:ext cx="299700" cy="2589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4" name="Google Shape;1544;p19"/>
          <p:cNvCxnSpPr/>
          <p:nvPr/>
        </p:nvCxnSpPr>
        <p:spPr>
          <a:xfrm flipH="1" rot="10800000">
            <a:off x="3981813" y="2386335"/>
            <a:ext cx="326400" cy="260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5" name="Google Shape;1545;p19"/>
          <p:cNvCxnSpPr>
            <a:endCxn id="1546" idx="1"/>
          </p:cNvCxnSpPr>
          <p:nvPr/>
        </p:nvCxnSpPr>
        <p:spPr>
          <a:xfrm rot="10800000">
            <a:off x="5966071" y="2440098"/>
            <a:ext cx="0" cy="3540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7" name="Google Shape;1547;p19"/>
          <p:cNvCxnSpPr>
            <a:stCxn id="1546" idx="3"/>
          </p:cNvCxnSpPr>
          <p:nvPr/>
        </p:nvCxnSpPr>
        <p:spPr>
          <a:xfrm rot="10800000">
            <a:off x="5966071" y="1835973"/>
            <a:ext cx="0" cy="3363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8" name="Google Shape;1548;p19"/>
          <p:cNvSpPr txBox="1"/>
          <p:nvPr/>
        </p:nvSpPr>
        <p:spPr>
          <a:xfrm>
            <a:off x="3680841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9"/>
          <p:cNvSpPr txBox="1"/>
          <p:nvPr/>
        </p:nvSpPr>
        <p:spPr>
          <a:xfrm>
            <a:off x="4183303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19"/>
          <p:cNvSpPr txBox="1"/>
          <p:nvPr/>
        </p:nvSpPr>
        <p:spPr>
          <a:xfrm>
            <a:off x="4673328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9"/>
          <p:cNvSpPr txBox="1"/>
          <p:nvPr/>
        </p:nvSpPr>
        <p:spPr>
          <a:xfrm>
            <a:off x="5674405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2" name="Google Shape;1552;p19"/>
          <p:cNvGrpSpPr/>
          <p:nvPr/>
        </p:nvGrpSpPr>
        <p:grpSpPr>
          <a:xfrm>
            <a:off x="3881645" y="3107128"/>
            <a:ext cx="118858" cy="643581"/>
            <a:chOff x="5994550" y="3527588"/>
            <a:chExt cx="229500" cy="1242675"/>
          </a:xfrm>
        </p:grpSpPr>
        <p:cxnSp>
          <p:nvCxnSpPr>
            <p:cNvPr id="1553" name="Google Shape;1553;p19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4" name="Google Shape;1554;p19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5" name="Google Shape;1555;p19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6" name="Google Shape;1556;p19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9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8" name="Google Shape;1558;p19"/>
          <p:cNvGrpSpPr/>
          <p:nvPr/>
        </p:nvGrpSpPr>
        <p:grpSpPr>
          <a:xfrm>
            <a:off x="4395637" y="3107128"/>
            <a:ext cx="118858" cy="643581"/>
            <a:chOff x="5994550" y="3527588"/>
            <a:chExt cx="229500" cy="1242675"/>
          </a:xfrm>
        </p:grpSpPr>
        <p:cxnSp>
          <p:nvCxnSpPr>
            <p:cNvPr id="1559" name="Google Shape;1559;p19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19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19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2" name="Google Shape;1562;p19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9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4" name="Google Shape;1564;p19"/>
          <p:cNvGrpSpPr/>
          <p:nvPr/>
        </p:nvGrpSpPr>
        <p:grpSpPr>
          <a:xfrm>
            <a:off x="4879279" y="3103256"/>
            <a:ext cx="118858" cy="643581"/>
            <a:chOff x="5994550" y="3527588"/>
            <a:chExt cx="229500" cy="1242675"/>
          </a:xfrm>
        </p:grpSpPr>
        <p:cxnSp>
          <p:nvCxnSpPr>
            <p:cNvPr id="1565" name="Google Shape;1565;p19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6" name="Google Shape;1566;p19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7" name="Google Shape;1567;p19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8" name="Google Shape;1568;p19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9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0" name="Google Shape;1570;p19"/>
          <p:cNvGrpSpPr/>
          <p:nvPr/>
        </p:nvGrpSpPr>
        <p:grpSpPr>
          <a:xfrm>
            <a:off x="5372931" y="3109873"/>
            <a:ext cx="118858" cy="643581"/>
            <a:chOff x="5994550" y="3527588"/>
            <a:chExt cx="229500" cy="1242675"/>
          </a:xfrm>
        </p:grpSpPr>
        <p:cxnSp>
          <p:nvCxnSpPr>
            <p:cNvPr id="1571" name="Google Shape;1571;p19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2" name="Google Shape;1572;p19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3" name="Google Shape;1573;p19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4" name="Google Shape;1574;p19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9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6" name="Google Shape;1576;p19"/>
          <p:cNvGrpSpPr/>
          <p:nvPr/>
        </p:nvGrpSpPr>
        <p:grpSpPr>
          <a:xfrm>
            <a:off x="5866582" y="3103256"/>
            <a:ext cx="118858" cy="643581"/>
            <a:chOff x="5994550" y="3527588"/>
            <a:chExt cx="229500" cy="1242675"/>
          </a:xfrm>
        </p:grpSpPr>
        <p:cxnSp>
          <p:nvCxnSpPr>
            <p:cNvPr id="1577" name="Google Shape;1577;p19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8" name="Google Shape;1578;p19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9" name="Google Shape;1579;p19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0" name="Google Shape;1580;p19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9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82" name="Google Shape;1582;p19"/>
          <p:cNvCxnSpPr/>
          <p:nvPr/>
        </p:nvCxnSpPr>
        <p:spPr>
          <a:xfrm rot="10800000">
            <a:off x="3474792" y="3753121"/>
            <a:ext cx="24990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3" name="Google Shape;1583;p19"/>
          <p:cNvSpPr/>
          <p:nvPr/>
        </p:nvSpPr>
        <p:spPr>
          <a:xfrm>
            <a:off x="5941424" y="181221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4" name="Google Shape;1584;p19"/>
          <p:cNvCxnSpPr/>
          <p:nvPr/>
        </p:nvCxnSpPr>
        <p:spPr>
          <a:xfrm>
            <a:off x="3481713" y="3111100"/>
            <a:ext cx="0" cy="6432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5" name="Google Shape;1585;p19"/>
          <p:cNvSpPr/>
          <p:nvPr/>
        </p:nvSpPr>
        <p:spPr>
          <a:xfrm>
            <a:off x="5941424" y="372370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9"/>
          <p:cNvSpPr/>
          <p:nvPr/>
        </p:nvSpPr>
        <p:spPr>
          <a:xfrm>
            <a:off x="5445118" y="37337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9"/>
          <p:cNvSpPr/>
          <p:nvPr/>
        </p:nvSpPr>
        <p:spPr>
          <a:xfrm>
            <a:off x="4955151" y="373370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19"/>
          <p:cNvSpPr/>
          <p:nvPr/>
        </p:nvSpPr>
        <p:spPr>
          <a:xfrm>
            <a:off x="4470783" y="37310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9"/>
          <p:cNvSpPr/>
          <p:nvPr/>
        </p:nvSpPr>
        <p:spPr>
          <a:xfrm>
            <a:off x="3951541" y="3733717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9"/>
          <p:cNvSpPr txBox="1"/>
          <p:nvPr/>
        </p:nvSpPr>
        <p:spPr>
          <a:xfrm>
            <a:off x="3728115" y="3115106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19"/>
          <p:cNvSpPr txBox="1"/>
          <p:nvPr/>
        </p:nvSpPr>
        <p:spPr>
          <a:xfrm>
            <a:off x="4240276" y="3099862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9"/>
          <p:cNvSpPr txBox="1"/>
          <p:nvPr/>
        </p:nvSpPr>
        <p:spPr>
          <a:xfrm>
            <a:off x="4733143" y="3098327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9"/>
          <p:cNvSpPr txBox="1"/>
          <p:nvPr/>
        </p:nvSpPr>
        <p:spPr>
          <a:xfrm>
            <a:off x="5204861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9"/>
          <p:cNvSpPr txBox="1"/>
          <p:nvPr/>
        </p:nvSpPr>
        <p:spPr>
          <a:xfrm>
            <a:off x="5718850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19"/>
          <p:cNvSpPr txBox="1"/>
          <p:nvPr/>
        </p:nvSpPr>
        <p:spPr>
          <a:xfrm>
            <a:off x="2747814" y="3097323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6" name="Google Shape;1596;p19"/>
          <p:cNvCxnSpPr>
            <a:stCxn id="1533" idx="0"/>
          </p:cNvCxnSpPr>
          <p:nvPr/>
        </p:nvCxnSpPr>
        <p:spPr>
          <a:xfrm rot="10800000">
            <a:off x="4494275" y="1840202"/>
            <a:ext cx="0" cy="2121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7" name="Google Shape;1597;p19"/>
          <p:cNvSpPr/>
          <p:nvPr/>
        </p:nvSpPr>
        <p:spPr>
          <a:xfrm>
            <a:off x="4469573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19"/>
          <p:cNvSpPr txBox="1"/>
          <p:nvPr/>
        </p:nvSpPr>
        <p:spPr>
          <a:xfrm>
            <a:off x="4179073" y="1866089"/>
            <a:ext cx="299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6" name="Google Shape;1546;p19" title="heatin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832158" y="2172273"/>
            <a:ext cx="267825" cy="26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19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795072" y="4593505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0" name="Google Shape;1600;p19"/>
          <p:cNvCxnSpPr/>
          <p:nvPr/>
        </p:nvCxnSpPr>
        <p:spPr>
          <a:xfrm rot="10800000">
            <a:off x="3863369" y="448825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1" name="Google Shape;1601;p19"/>
          <p:cNvCxnSpPr/>
          <p:nvPr/>
        </p:nvCxnSpPr>
        <p:spPr>
          <a:xfrm rot="10800000">
            <a:off x="38633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2" name="Google Shape;1602;p19"/>
          <p:cNvCxnSpPr/>
          <p:nvPr/>
        </p:nvCxnSpPr>
        <p:spPr>
          <a:xfrm rot="10800000">
            <a:off x="4261934" y="4488136"/>
            <a:ext cx="0" cy="516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3" name="Google Shape;1603;p19"/>
          <p:cNvCxnSpPr/>
          <p:nvPr/>
        </p:nvCxnSpPr>
        <p:spPr>
          <a:xfrm>
            <a:off x="3863369" y="5011086"/>
            <a:ext cx="20010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4" name="Google Shape;1604;p19"/>
          <p:cNvSpPr/>
          <p:nvPr/>
        </p:nvSpPr>
        <p:spPr>
          <a:xfrm>
            <a:off x="4233272" y="4983301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19"/>
          <p:cNvSpPr/>
          <p:nvPr/>
        </p:nvSpPr>
        <p:spPr>
          <a:xfrm>
            <a:off x="3834994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9"/>
          <p:cNvSpPr txBox="1"/>
          <p:nvPr/>
        </p:nvSpPr>
        <p:spPr>
          <a:xfrm>
            <a:off x="3904463" y="4483438"/>
            <a:ext cx="253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9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9"/>
          <p:cNvSpPr txBox="1"/>
          <p:nvPr/>
        </p:nvSpPr>
        <p:spPr>
          <a:xfrm>
            <a:off x="5896750" y="48518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20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#11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20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7" name="Google Shape;1617;p20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18" name="Google Shape;1618;p20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9" name="Google Shape;1619;p20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1620" name="Google Shape;1620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1" name="Google Shape;1621;p20"/>
            <p:cNvCxnSpPr>
              <a:stCxn id="1620" idx="0"/>
              <a:endCxn id="162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2" name="Google Shape;1622;p20"/>
            <p:cNvCxnSpPr>
              <a:stCxn id="1620" idx="2"/>
              <a:endCxn id="162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23" name="Google Shape;1623;p20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20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5" name="Google Shape;1625;p20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1626" name="Google Shape;1626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7" name="Google Shape;1627;p20"/>
            <p:cNvCxnSpPr>
              <a:stCxn id="1626" idx="0"/>
              <a:endCxn id="16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8" name="Google Shape;1628;p20"/>
            <p:cNvCxnSpPr>
              <a:stCxn id="1626" idx="2"/>
              <a:endCxn id="16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29" name="Google Shape;1629;p20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1630" name="Google Shape;1630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1" name="Google Shape;1631;p20"/>
            <p:cNvCxnSpPr>
              <a:stCxn id="1630" idx="0"/>
              <a:endCxn id="16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2" name="Google Shape;1632;p20"/>
            <p:cNvCxnSpPr>
              <a:stCxn id="1630" idx="2"/>
              <a:endCxn id="16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3" name="Google Shape;1633;p20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1634" name="Google Shape;1634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5" name="Google Shape;1635;p20"/>
            <p:cNvCxnSpPr>
              <a:stCxn id="1634" idx="0"/>
              <a:endCxn id="16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6" name="Google Shape;1636;p20"/>
            <p:cNvCxnSpPr>
              <a:stCxn id="1634" idx="2"/>
              <a:endCxn id="16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7" name="Google Shape;1637;p20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1638" name="Google Shape;1638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9" name="Google Shape;1639;p20"/>
            <p:cNvCxnSpPr>
              <a:stCxn id="1638" idx="0"/>
              <a:endCxn id="163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0" name="Google Shape;1640;p20"/>
            <p:cNvCxnSpPr>
              <a:stCxn id="1638" idx="2"/>
              <a:endCxn id="163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41" name="Google Shape;1641;p20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1642" name="Google Shape;1642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3" name="Google Shape;1643;p20"/>
            <p:cNvCxnSpPr>
              <a:stCxn id="1642" idx="0"/>
              <a:endCxn id="164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4" name="Google Shape;1644;p20"/>
            <p:cNvCxnSpPr>
              <a:stCxn id="1642" idx="2"/>
              <a:endCxn id="164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45" name="Google Shape;1645;p20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1646" name="Google Shape;1646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7" name="Google Shape;1647;p20"/>
            <p:cNvCxnSpPr>
              <a:stCxn id="1646" idx="0"/>
              <a:endCxn id="164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20"/>
            <p:cNvCxnSpPr>
              <a:stCxn id="1646" idx="2"/>
              <a:endCxn id="164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49" name="Google Shape;1649;p20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1650" name="Google Shape;1650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1" name="Google Shape;1651;p20"/>
            <p:cNvCxnSpPr>
              <a:stCxn id="1650" idx="0"/>
              <a:endCxn id="165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2" name="Google Shape;1652;p20"/>
            <p:cNvCxnSpPr>
              <a:stCxn id="1650" idx="2"/>
              <a:endCxn id="165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3" name="Google Shape;1653;p20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1654" name="Google Shape;1654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5" name="Google Shape;1655;p20"/>
            <p:cNvCxnSpPr>
              <a:stCxn id="1654" idx="0"/>
              <a:endCxn id="165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6" name="Google Shape;1656;p20"/>
            <p:cNvCxnSpPr>
              <a:stCxn id="1654" idx="2"/>
              <a:endCxn id="165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7" name="Google Shape;1657;p20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1658" name="Google Shape;1658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9" name="Google Shape;1659;p20"/>
            <p:cNvCxnSpPr>
              <a:stCxn id="1658" idx="0"/>
              <a:endCxn id="165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0" name="Google Shape;1660;p20"/>
            <p:cNvCxnSpPr>
              <a:stCxn id="1658" idx="2"/>
              <a:endCxn id="165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61" name="Google Shape;1661;p20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1662" name="Google Shape;1662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3" name="Google Shape;1663;p20"/>
            <p:cNvCxnSpPr>
              <a:stCxn id="1662" idx="0"/>
              <a:endCxn id="166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4" name="Google Shape;1664;p20"/>
            <p:cNvCxnSpPr>
              <a:stCxn id="1662" idx="2"/>
              <a:endCxn id="166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65" name="Google Shape;1665;p20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1666" name="Google Shape;1666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7" name="Google Shape;1667;p20"/>
            <p:cNvCxnSpPr>
              <a:stCxn id="1666" idx="0"/>
              <a:endCxn id="166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8" name="Google Shape;1668;p20"/>
            <p:cNvCxnSpPr>
              <a:stCxn id="1666" idx="2"/>
              <a:endCxn id="166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69" name="Google Shape;1669;p20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1670" name="Google Shape;1670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1" name="Google Shape;1671;p20"/>
            <p:cNvCxnSpPr>
              <a:stCxn id="1670" idx="0"/>
              <a:endCxn id="167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2" name="Google Shape;1672;p20"/>
            <p:cNvCxnSpPr>
              <a:stCxn id="1670" idx="2"/>
              <a:endCxn id="167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73" name="Google Shape;1673;p20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1674" name="Google Shape;1674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5" name="Google Shape;1675;p20"/>
            <p:cNvCxnSpPr>
              <a:stCxn id="1674" idx="0"/>
              <a:endCxn id="167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6" name="Google Shape;1676;p20"/>
            <p:cNvCxnSpPr>
              <a:stCxn id="1674" idx="2"/>
              <a:endCxn id="167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77" name="Google Shape;1677;p20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1678" name="Google Shape;1678;p20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9" name="Google Shape;1679;p20"/>
            <p:cNvCxnSpPr>
              <a:stCxn id="1678" idx="0"/>
              <a:endCxn id="167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0" name="Google Shape;1680;p20"/>
            <p:cNvCxnSpPr>
              <a:stCxn id="1678" idx="2"/>
              <a:endCxn id="167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81" name="Google Shape;1681;p20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20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20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20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20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20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20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20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9" name="Google Shape;1689;p20"/>
          <p:cNvCxnSpPr/>
          <p:nvPr/>
        </p:nvCxnSpPr>
        <p:spPr>
          <a:xfrm>
            <a:off x="2133001" y="1679375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0" name="Google Shape;1690;p20"/>
          <p:cNvCxnSpPr/>
          <p:nvPr/>
        </p:nvCxnSpPr>
        <p:spPr>
          <a:xfrm>
            <a:off x="2133001" y="1878700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1" name="Google Shape;1691;p20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20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3" name="Google Shape;1693;p20"/>
          <p:cNvCxnSpPr>
            <a:endCxn id="1694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5" name="Google Shape;1695;p20"/>
          <p:cNvCxnSpPr>
            <a:endCxn id="1696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6" name="Google Shape;1696;p20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20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7" name="Google Shape;1697;p20"/>
          <p:cNvCxnSpPr/>
          <p:nvPr/>
        </p:nvCxnSpPr>
        <p:spPr>
          <a:xfrm rot="10800000">
            <a:off x="5882842" y="229530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8" name="Google Shape;1698;p20"/>
          <p:cNvCxnSpPr>
            <a:stCxn id="1699" idx="3"/>
          </p:cNvCxnSpPr>
          <p:nvPr/>
        </p:nvCxnSpPr>
        <p:spPr>
          <a:xfrm rot="10800000">
            <a:off x="5882841" y="1896599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0" name="Google Shape;1700;p20"/>
          <p:cNvSpPr txBox="1"/>
          <p:nvPr/>
        </p:nvSpPr>
        <p:spPr>
          <a:xfrm>
            <a:off x="5557625" y="2281788"/>
            <a:ext cx="29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1" name="Google Shape;1701;p20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1702" name="Google Shape;1702;p2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3" name="Google Shape;1703;p2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4" name="Google Shape;1704;p2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5" name="Google Shape;1705;p2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2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7" name="Google Shape;1707;p20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1708" name="Google Shape;1708;p2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9" name="Google Shape;1709;p2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2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1" name="Google Shape;1711;p2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2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3" name="Google Shape;1713;p20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1714" name="Google Shape;1714;p2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5" name="Google Shape;1715;p2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6" name="Google Shape;1716;p2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7" name="Google Shape;1717;p2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2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9" name="Google Shape;1719;p20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1720" name="Google Shape;1720;p2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1" name="Google Shape;1721;p2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2" name="Google Shape;1722;p2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3" name="Google Shape;1723;p2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2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5" name="Google Shape;1725;p20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1726" name="Google Shape;1726;p20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7" name="Google Shape;1727;p20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8" name="Google Shape;1728;p20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9" name="Google Shape;1729;p20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0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31" name="Google Shape;1731;p20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2" name="Google Shape;1732;p20"/>
          <p:cNvSpPr/>
          <p:nvPr/>
        </p:nvSpPr>
        <p:spPr>
          <a:xfrm>
            <a:off x="58581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3" name="Google Shape;1733;p20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4" name="Google Shape;1734;p20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20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20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20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20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20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20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20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20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20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20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9" name="Google Shape;1699;p20" title="hea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748739" y="2036099"/>
            <a:ext cx="268205" cy="26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20" title="ventilateu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0736" y="4342323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20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7" name="Google Shape;1747;p20"/>
          <p:cNvCxnSpPr>
            <a:endCxn id="1745" idx="0"/>
          </p:cNvCxnSpPr>
          <p:nvPr/>
        </p:nvCxnSpPr>
        <p:spPr>
          <a:xfrm flipH="1">
            <a:off x="2978242" y="4130823"/>
            <a:ext cx="300" cy="211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20"/>
          <p:cNvCxnSpPr/>
          <p:nvPr/>
        </p:nvCxnSpPr>
        <p:spPr>
          <a:xfrm>
            <a:off x="2978634" y="4778921"/>
            <a:ext cx="0" cy="1563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9" name="Google Shape;1749;p20"/>
          <p:cNvCxnSpPr/>
          <p:nvPr/>
        </p:nvCxnSpPr>
        <p:spPr>
          <a:xfrm rot="10800000">
            <a:off x="2991875" y="4935275"/>
            <a:ext cx="28725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20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1" name="Google Shape;1751;p20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20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3" name="Google Shape;1753;p20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5319888" y="2013411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4" name="Google Shape;1754;p20"/>
          <p:cNvCxnSpPr/>
          <p:nvPr/>
        </p:nvCxnSpPr>
        <p:spPr>
          <a:xfrm rot="10800000">
            <a:off x="5388742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5" name="Google Shape;1755;p20"/>
          <p:cNvCxnSpPr/>
          <p:nvPr/>
        </p:nvCxnSpPr>
        <p:spPr>
          <a:xfrm rot="10800000">
            <a:off x="5389491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6" name="Google Shape;1756;p20"/>
          <p:cNvSpPr/>
          <p:nvPr/>
        </p:nvSpPr>
        <p:spPr>
          <a:xfrm>
            <a:off x="53628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20"/>
          <p:cNvSpPr txBox="1"/>
          <p:nvPr/>
        </p:nvSpPr>
        <p:spPr>
          <a:xfrm>
            <a:off x="5109063" y="2278800"/>
            <a:ext cx="250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20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20"/>
          <p:cNvSpPr txBox="1"/>
          <p:nvPr/>
        </p:nvSpPr>
        <p:spPr>
          <a:xfrm>
            <a:off x="5915800" y="47756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21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#12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21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8" name="Google Shape;1768;p21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+ 1 Valve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DAC3=Fan, RL5=HR</a:t>
                      </a:r>
                      <a:endParaRPr b="1" sz="900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9" name="Google Shape;1769;p21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0" name="Google Shape;1770;p21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1771" name="Google Shape;1771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2" name="Google Shape;1772;p21"/>
            <p:cNvCxnSpPr>
              <a:stCxn id="1771" idx="0"/>
              <a:endCxn id="177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3" name="Google Shape;1773;p21"/>
            <p:cNvCxnSpPr>
              <a:stCxn id="1771" idx="2"/>
              <a:endCxn id="177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74" name="Google Shape;1774;p21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21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6" name="Google Shape;1776;p21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1777" name="Google Shape;1777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8" name="Google Shape;1778;p21"/>
            <p:cNvCxnSpPr>
              <a:stCxn id="1777" idx="0"/>
              <a:endCxn id="177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9" name="Google Shape;1779;p21"/>
            <p:cNvCxnSpPr>
              <a:stCxn id="1777" idx="2"/>
              <a:endCxn id="177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80" name="Google Shape;1780;p21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1781" name="Google Shape;1781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2" name="Google Shape;1782;p21"/>
            <p:cNvCxnSpPr>
              <a:stCxn id="1781" idx="0"/>
              <a:endCxn id="178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3" name="Google Shape;1783;p21"/>
            <p:cNvCxnSpPr>
              <a:stCxn id="1781" idx="2"/>
              <a:endCxn id="178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84" name="Google Shape;1784;p21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1785" name="Google Shape;1785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6" name="Google Shape;1786;p21"/>
            <p:cNvCxnSpPr>
              <a:stCxn id="1785" idx="0"/>
              <a:endCxn id="178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7" name="Google Shape;1787;p21"/>
            <p:cNvCxnSpPr>
              <a:stCxn id="1785" idx="2"/>
              <a:endCxn id="178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88" name="Google Shape;1788;p21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1789" name="Google Shape;1789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0" name="Google Shape;1790;p21"/>
            <p:cNvCxnSpPr>
              <a:stCxn id="1789" idx="0"/>
              <a:endCxn id="178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1" name="Google Shape;1791;p21"/>
            <p:cNvCxnSpPr>
              <a:stCxn id="1789" idx="2"/>
              <a:endCxn id="178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92" name="Google Shape;1792;p21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1793" name="Google Shape;1793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4" name="Google Shape;1794;p21"/>
            <p:cNvCxnSpPr>
              <a:stCxn id="1793" idx="0"/>
              <a:endCxn id="179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5" name="Google Shape;1795;p21"/>
            <p:cNvCxnSpPr>
              <a:stCxn id="1793" idx="2"/>
              <a:endCxn id="179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96" name="Google Shape;1796;p21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1797" name="Google Shape;1797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8" name="Google Shape;1798;p21"/>
            <p:cNvCxnSpPr>
              <a:stCxn id="1797" idx="0"/>
              <a:endCxn id="17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9" name="Google Shape;1799;p21"/>
            <p:cNvCxnSpPr>
              <a:stCxn id="1797" idx="2"/>
              <a:endCxn id="17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00" name="Google Shape;1800;p21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1801" name="Google Shape;1801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2" name="Google Shape;1802;p21"/>
            <p:cNvCxnSpPr>
              <a:stCxn id="1801" idx="0"/>
              <a:endCxn id="180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3" name="Google Shape;1803;p21"/>
            <p:cNvCxnSpPr>
              <a:stCxn id="1801" idx="2"/>
              <a:endCxn id="180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04" name="Google Shape;1804;p21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1805" name="Google Shape;1805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6" name="Google Shape;1806;p21"/>
            <p:cNvCxnSpPr>
              <a:stCxn id="1805" idx="0"/>
              <a:endCxn id="180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7" name="Google Shape;1807;p21"/>
            <p:cNvCxnSpPr>
              <a:stCxn id="1805" idx="2"/>
              <a:endCxn id="180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08" name="Google Shape;1808;p21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1809" name="Google Shape;1809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0" name="Google Shape;1810;p21"/>
            <p:cNvCxnSpPr>
              <a:stCxn id="1809" idx="0"/>
              <a:endCxn id="18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1" name="Google Shape;1811;p21"/>
            <p:cNvCxnSpPr>
              <a:stCxn id="1809" idx="2"/>
              <a:endCxn id="18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12" name="Google Shape;1812;p21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1813" name="Google Shape;1813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4" name="Google Shape;1814;p21"/>
            <p:cNvCxnSpPr>
              <a:stCxn id="1813" idx="0"/>
              <a:endCxn id="18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5" name="Google Shape;1815;p21"/>
            <p:cNvCxnSpPr>
              <a:stCxn id="1813" idx="2"/>
              <a:endCxn id="18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16" name="Google Shape;1816;p21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1817" name="Google Shape;1817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8" name="Google Shape;1818;p21"/>
            <p:cNvCxnSpPr>
              <a:stCxn id="1817" idx="0"/>
              <a:endCxn id="181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9" name="Google Shape;1819;p21"/>
            <p:cNvCxnSpPr>
              <a:stCxn id="1817" idx="2"/>
              <a:endCxn id="181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20" name="Google Shape;1820;p21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1821" name="Google Shape;1821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2" name="Google Shape;1822;p21"/>
            <p:cNvCxnSpPr>
              <a:stCxn id="1821" idx="0"/>
              <a:endCxn id="182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3" name="Google Shape;1823;p21"/>
            <p:cNvCxnSpPr>
              <a:stCxn id="1821" idx="2"/>
              <a:endCxn id="182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24" name="Google Shape;1824;p21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1825" name="Google Shape;1825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6" name="Google Shape;1826;p21"/>
            <p:cNvCxnSpPr>
              <a:stCxn id="1825" idx="0"/>
              <a:endCxn id="182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7" name="Google Shape;1827;p21"/>
            <p:cNvCxnSpPr>
              <a:stCxn id="1825" idx="2"/>
              <a:endCxn id="182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28" name="Google Shape;1828;p21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1829" name="Google Shape;1829;p2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0" name="Google Shape;1830;p21"/>
            <p:cNvCxnSpPr>
              <a:stCxn id="1829" idx="0"/>
              <a:endCxn id="182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1" name="Google Shape;1831;p21"/>
            <p:cNvCxnSpPr>
              <a:stCxn id="1829" idx="2"/>
              <a:endCxn id="182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32" name="Google Shape;1832;p21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21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21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21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21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21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21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21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0" name="Google Shape;1840;p21"/>
          <p:cNvCxnSpPr/>
          <p:nvPr/>
        </p:nvCxnSpPr>
        <p:spPr>
          <a:xfrm>
            <a:off x="2133001" y="1679375"/>
            <a:ext cx="38526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1" name="Google Shape;1841;p21"/>
          <p:cNvCxnSpPr/>
          <p:nvPr/>
        </p:nvCxnSpPr>
        <p:spPr>
          <a:xfrm>
            <a:off x="2133001" y="1878700"/>
            <a:ext cx="38526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2" name="Google Shape;1842;p21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1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21"/>
          <p:cNvCxnSpPr>
            <a:endCxn id="1845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6" name="Google Shape;1846;p21"/>
          <p:cNvCxnSpPr>
            <a:endCxn id="1847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7" name="Google Shape;1847;p21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21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8" name="Google Shape;1848;p21"/>
          <p:cNvCxnSpPr/>
          <p:nvPr/>
        </p:nvCxnSpPr>
        <p:spPr>
          <a:xfrm rot="10800000">
            <a:off x="5882842" y="229530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21"/>
          <p:cNvCxnSpPr>
            <a:stCxn id="1850" idx="3"/>
          </p:cNvCxnSpPr>
          <p:nvPr/>
        </p:nvCxnSpPr>
        <p:spPr>
          <a:xfrm rot="10800000">
            <a:off x="5882841" y="1896599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1" name="Google Shape;1851;p21"/>
          <p:cNvSpPr txBox="1"/>
          <p:nvPr/>
        </p:nvSpPr>
        <p:spPr>
          <a:xfrm>
            <a:off x="5557625" y="2281788"/>
            <a:ext cx="29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2" name="Google Shape;1852;p21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1853" name="Google Shape;1853;p21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4" name="Google Shape;1854;p21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5" name="Google Shape;1855;p21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56" name="Google Shape;1856;p21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1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8" name="Google Shape;1858;p21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1859" name="Google Shape;1859;p21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0" name="Google Shape;1860;p21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1" name="Google Shape;1861;p21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2" name="Google Shape;1862;p21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1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4" name="Google Shape;1864;p21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1865" name="Google Shape;1865;p21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6" name="Google Shape;1866;p21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7" name="Google Shape;1867;p21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8" name="Google Shape;1868;p21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1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0" name="Google Shape;1870;p21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1871" name="Google Shape;1871;p21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2" name="Google Shape;1872;p21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3" name="Google Shape;1873;p21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4" name="Google Shape;1874;p21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1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6" name="Google Shape;1876;p21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1877" name="Google Shape;1877;p21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8" name="Google Shape;1878;p21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9" name="Google Shape;1879;p21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80" name="Google Shape;1880;p21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1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82" name="Google Shape;1882;p21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3" name="Google Shape;1883;p21"/>
          <p:cNvSpPr/>
          <p:nvPr/>
        </p:nvSpPr>
        <p:spPr>
          <a:xfrm>
            <a:off x="58581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4" name="Google Shape;1884;p21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5" name="Google Shape;1885;p21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21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1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21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21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21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21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21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21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21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21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0" name="Google Shape;1850;p21" title="hea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748739" y="2036099"/>
            <a:ext cx="268205" cy="2682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6" name="Google Shape;1896;p21"/>
          <p:cNvCxnSpPr/>
          <p:nvPr/>
        </p:nvCxnSpPr>
        <p:spPr>
          <a:xfrm rot="10800000">
            <a:off x="2991825" y="4935275"/>
            <a:ext cx="29424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7" name="Google Shape;1897;p21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8" name="Google Shape;1898;p21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9" name="Google Shape;1899;p21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713388" y="4336886"/>
            <a:ext cx="282650" cy="2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0" name="Google Shape;1900;p21"/>
          <p:cNvSpPr txBox="1"/>
          <p:nvPr/>
        </p:nvSpPr>
        <p:spPr>
          <a:xfrm>
            <a:off x="3775125" y="4147588"/>
            <a:ext cx="249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1" name="Google Shape;1901;p21"/>
          <p:cNvCxnSpPr/>
          <p:nvPr/>
        </p:nvCxnSpPr>
        <p:spPr>
          <a:xfrm>
            <a:off x="3775132" y="4130839"/>
            <a:ext cx="0" cy="217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2" name="Google Shape;1902;p21"/>
          <p:cNvCxnSpPr/>
          <p:nvPr/>
        </p:nvCxnSpPr>
        <p:spPr>
          <a:xfrm>
            <a:off x="3775125" y="4624400"/>
            <a:ext cx="0" cy="30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3" name="Google Shape;1903;p21"/>
          <p:cNvSpPr/>
          <p:nvPr/>
        </p:nvSpPr>
        <p:spPr>
          <a:xfrm>
            <a:off x="3749728" y="4910466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4" name="Google Shape;1904;p21" title="ventilateu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0736" y="4275160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21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6" name="Google Shape;1906;p21"/>
          <p:cNvCxnSpPr>
            <a:endCxn id="1904" idx="0"/>
          </p:cNvCxnSpPr>
          <p:nvPr/>
        </p:nvCxnSpPr>
        <p:spPr>
          <a:xfrm>
            <a:off x="2978242" y="4129060"/>
            <a:ext cx="0" cy="1461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7" name="Google Shape;1907;p21"/>
          <p:cNvCxnSpPr>
            <a:stCxn id="1904" idx="2"/>
          </p:cNvCxnSpPr>
          <p:nvPr/>
        </p:nvCxnSpPr>
        <p:spPr>
          <a:xfrm>
            <a:off x="2978242" y="4711762"/>
            <a:ext cx="300" cy="223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8" name="Google Shape;1908;p21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21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21"/>
          <p:cNvSpPr txBox="1"/>
          <p:nvPr/>
        </p:nvSpPr>
        <p:spPr>
          <a:xfrm>
            <a:off x="5985650" y="47756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22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#13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22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9" name="Google Shape;1919;p22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RL1=FH, RL2=FM, RL3=FL, RL4=HV, RL5=CV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0" name="Google Shape;1920;p22"/>
          <p:cNvSpPr/>
          <p:nvPr/>
        </p:nvSpPr>
        <p:spPr>
          <a:xfrm>
            <a:off x="2270214" y="4583072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1" name="Google Shape;1921;p22"/>
          <p:cNvGrpSpPr/>
          <p:nvPr/>
        </p:nvGrpSpPr>
        <p:grpSpPr>
          <a:xfrm>
            <a:off x="2563917" y="4669236"/>
            <a:ext cx="187767" cy="180167"/>
            <a:chOff x="7021900" y="938575"/>
            <a:chExt cx="243600" cy="243600"/>
          </a:xfrm>
        </p:grpSpPr>
        <p:sp>
          <p:nvSpPr>
            <p:cNvPr id="1922" name="Google Shape;1922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3" name="Google Shape;1923;p22"/>
            <p:cNvCxnSpPr>
              <a:stCxn id="1922" idx="0"/>
              <a:endCxn id="19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4" name="Google Shape;1924;p22"/>
            <p:cNvCxnSpPr>
              <a:stCxn id="1922" idx="2"/>
              <a:endCxn id="19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25" name="Google Shape;1925;p22"/>
          <p:cNvSpPr/>
          <p:nvPr/>
        </p:nvSpPr>
        <p:spPr>
          <a:xfrm>
            <a:off x="2270216" y="2995413"/>
            <a:ext cx="4003800" cy="352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7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22"/>
          <p:cNvSpPr txBox="1"/>
          <p:nvPr/>
        </p:nvSpPr>
        <p:spPr>
          <a:xfrm>
            <a:off x="2913113" y="3357144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7" name="Google Shape;1927;p22"/>
          <p:cNvGrpSpPr/>
          <p:nvPr/>
        </p:nvGrpSpPr>
        <p:grpSpPr>
          <a:xfrm>
            <a:off x="4217180" y="3081593"/>
            <a:ext cx="187767" cy="180167"/>
            <a:chOff x="7021900" y="938575"/>
            <a:chExt cx="243600" cy="243600"/>
          </a:xfrm>
        </p:grpSpPr>
        <p:sp>
          <p:nvSpPr>
            <p:cNvPr id="1928" name="Google Shape;1928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9" name="Google Shape;1929;p22"/>
            <p:cNvCxnSpPr>
              <a:stCxn id="1928" idx="0"/>
              <a:endCxn id="192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0" name="Google Shape;1930;p22"/>
            <p:cNvCxnSpPr>
              <a:stCxn id="1928" idx="2"/>
              <a:endCxn id="192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31" name="Google Shape;1931;p22"/>
          <p:cNvGrpSpPr/>
          <p:nvPr/>
        </p:nvGrpSpPr>
        <p:grpSpPr>
          <a:xfrm>
            <a:off x="3622681" y="3081593"/>
            <a:ext cx="187767" cy="180167"/>
            <a:chOff x="7021900" y="938575"/>
            <a:chExt cx="243600" cy="243600"/>
          </a:xfrm>
        </p:grpSpPr>
        <p:sp>
          <p:nvSpPr>
            <p:cNvPr id="1932" name="Google Shape;1932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3" name="Google Shape;1933;p22"/>
            <p:cNvCxnSpPr>
              <a:stCxn id="1932" idx="0"/>
              <a:endCxn id="193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4" name="Google Shape;1934;p22"/>
            <p:cNvCxnSpPr>
              <a:stCxn id="1932" idx="2"/>
              <a:endCxn id="193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35" name="Google Shape;1935;p22"/>
          <p:cNvGrpSpPr/>
          <p:nvPr/>
        </p:nvGrpSpPr>
        <p:grpSpPr>
          <a:xfrm>
            <a:off x="3043451" y="3081593"/>
            <a:ext cx="187767" cy="180167"/>
            <a:chOff x="7021900" y="938575"/>
            <a:chExt cx="243600" cy="243600"/>
          </a:xfrm>
        </p:grpSpPr>
        <p:sp>
          <p:nvSpPr>
            <p:cNvPr id="1936" name="Google Shape;1936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7" name="Google Shape;1937;p22"/>
            <p:cNvCxnSpPr>
              <a:stCxn id="1936" idx="0"/>
              <a:endCxn id="193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8" name="Google Shape;1938;p22"/>
            <p:cNvCxnSpPr>
              <a:stCxn id="1936" idx="2"/>
              <a:endCxn id="193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39" name="Google Shape;1939;p22"/>
          <p:cNvGrpSpPr/>
          <p:nvPr/>
        </p:nvGrpSpPr>
        <p:grpSpPr>
          <a:xfrm>
            <a:off x="2438307" y="3081593"/>
            <a:ext cx="187767" cy="180167"/>
            <a:chOff x="7021900" y="938575"/>
            <a:chExt cx="243600" cy="243600"/>
          </a:xfrm>
        </p:grpSpPr>
        <p:sp>
          <p:nvSpPr>
            <p:cNvPr id="1940" name="Google Shape;1940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1" name="Google Shape;1941;p22"/>
            <p:cNvCxnSpPr>
              <a:stCxn id="1940" idx="0"/>
              <a:endCxn id="194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2" name="Google Shape;1942;p22"/>
            <p:cNvCxnSpPr>
              <a:stCxn id="1940" idx="2"/>
              <a:endCxn id="194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43" name="Google Shape;1943;p22"/>
          <p:cNvGrpSpPr/>
          <p:nvPr/>
        </p:nvGrpSpPr>
        <p:grpSpPr>
          <a:xfrm>
            <a:off x="4776298" y="3081593"/>
            <a:ext cx="187767" cy="180167"/>
            <a:chOff x="7021900" y="938575"/>
            <a:chExt cx="243600" cy="243600"/>
          </a:xfrm>
        </p:grpSpPr>
        <p:sp>
          <p:nvSpPr>
            <p:cNvPr id="1944" name="Google Shape;1944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5" name="Google Shape;1945;p22"/>
            <p:cNvCxnSpPr>
              <a:stCxn id="1944" idx="0"/>
              <a:endCxn id="194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6" name="Google Shape;1946;p22"/>
            <p:cNvCxnSpPr>
              <a:stCxn id="1944" idx="2"/>
              <a:endCxn id="194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47" name="Google Shape;1947;p22"/>
          <p:cNvGrpSpPr/>
          <p:nvPr/>
        </p:nvGrpSpPr>
        <p:grpSpPr>
          <a:xfrm>
            <a:off x="5347056" y="3081593"/>
            <a:ext cx="187767" cy="180167"/>
            <a:chOff x="7021900" y="938575"/>
            <a:chExt cx="243600" cy="243600"/>
          </a:xfrm>
        </p:grpSpPr>
        <p:sp>
          <p:nvSpPr>
            <p:cNvPr id="1948" name="Google Shape;1948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9" name="Google Shape;1949;p22"/>
            <p:cNvCxnSpPr>
              <a:stCxn id="1948" idx="0"/>
              <a:endCxn id="194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0" name="Google Shape;1950;p22"/>
            <p:cNvCxnSpPr>
              <a:stCxn id="1948" idx="2"/>
              <a:endCxn id="194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51" name="Google Shape;1951;p22"/>
          <p:cNvGrpSpPr/>
          <p:nvPr/>
        </p:nvGrpSpPr>
        <p:grpSpPr>
          <a:xfrm>
            <a:off x="5917813" y="3081593"/>
            <a:ext cx="187767" cy="180167"/>
            <a:chOff x="7021900" y="938575"/>
            <a:chExt cx="243600" cy="243600"/>
          </a:xfrm>
        </p:grpSpPr>
        <p:sp>
          <p:nvSpPr>
            <p:cNvPr id="1952" name="Google Shape;1952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3" name="Google Shape;1953;p22"/>
            <p:cNvCxnSpPr>
              <a:stCxn id="1952" idx="0"/>
              <a:endCxn id="195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4" name="Google Shape;1954;p22"/>
            <p:cNvCxnSpPr>
              <a:stCxn id="1952" idx="2"/>
              <a:endCxn id="195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55" name="Google Shape;1955;p22"/>
          <p:cNvGrpSpPr/>
          <p:nvPr/>
        </p:nvGrpSpPr>
        <p:grpSpPr>
          <a:xfrm>
            <a:off x="3947470" y="4669236"/>
            <a:ext cx="187767" cy="180167"/>
            <a:chOff x="7021900" y="938575"/>
            <a:chExt cx="243600" cy="243600"/>
          </a:xfrm>
        </p:grpSpPr>
        <p:sp>
          <p:nvSpPr>
            <p:cNvPr id="1956" name="Google Shape;1956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7" name="Google Shape;1957;p22"/>
            <p:cNvCxnSpPr>
              <a:stCxn id="1956" idx="0"/>
              <a:endCxn id="195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8" name="Google Shape;1958;p22"/>
            <p:cNvCxnSpPr>
              <a:stCxn id="1956" idx="2"/>
              <a:endCxn id="195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59" name="Google Shape;1959;p22"/>
          <p:cNvGrpSpPr/>
          <p:nvPr/>
        </p:nvGrpSpPr>
        <p:grpSpPr>
          <a:xfrm>
            <a:off x="3486286" y="4669236"/>
            <a:ext cx="187767" cy="180167"/>
            <a:chOff x="7021900" y="938575"/>
            <a:chExt cx="243600" cy="243600"/>
          </a:xfrm>
        </p:grpSpPr>
        <p:sp>
          <p:nvSpPr>
            <p:cNvPr id="1960" name="Google Shape;1960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1" name="Google Shape;1961;p22"/>
            <p:cNvCxnSpPr>
              <a:stCxn id="1960" idx="0"/>
              <a:endCxn id="196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2" name="Google Shape;1962;p22"/>
            <p:cNvCxnSpPr>
              <a:stCxn id="1960" idx="2"/>
              <a:endCxn id="196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63" name="Google Shape;1963;p22"/>
          <p:cNvGrpSpPr/>
          <p:nvPr/>
        </p:nvGrpSpPr>
        <p:grpSpPr>
          <a:xfrm>
            <a:off x="3025102" y="4669236"/>
            <a:ext cx="187767" cy="180167"/>
            <a:chOff x="7021900" y="938575"/>
            <a:chExt cx="243600" cy="243600"/>
          </a:xfrm>
        </p:grpSpPr>
        <p:sp>
          <p:nvSpPr>
            <p:cNvPr id="1964" name="Google Shape;1964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5" name="Google Shape;1965;p22"/>
            <p:cNvCxnSpPr>
              <a:stCxn id="1964" idx="0"/>
              <a:endCxn id="196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6" name="Google Shape;1966;p22"/>
            <p:cNvCxnSpPr>
              <a:stCxn id="1964" idx="2"/>
              <a:endCxn id="196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67" name="Google Shape;1967;p22"/>
          <p:cNvGrpSpPr/>
          <p:nvPr/>
        </p:nvGrpSpPr>
        <p:grpSpPr>
          <a:xfrm>
            <a:off x="4408655" y="4669236"/>
            <a:ext cx="187767" cy="180167"/>
            <a:chOff x="7021900" y="938575"/>
            <a:chExt cx="243600" cy="243600"/>
          </a:xfrm>
        </p:grpSpPr>
        <p:sp>
          <p:nvSpPr>
            <p:cNvPr id="1968" name="Google Shape;1968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9" name="Google Shape;1969;p22"/>
            <p:cNvCxnSpPr>
              <a:stCxn id="1968" idx="0"/>
              <a:endCxn id="196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0" name="Google Shape;1970;p22"/>
            <p:cNvCxnSpPr>
              <a:stCxn id="1968" idx="2"/>
              <a:endCxn id="196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1" name="Google Shape;1971;p22"/>
          <p:cNvGrpSpPr/>
          <p:nvPr/>
        </p:nvGrpSpPr>
        <p:grpSpPr>
          <a:xfrm>
            <a:off x="4869839" y="4669236"/>
            <a:ext cx="187767" cy="180167"/>
            <a:chOff x="7021900" y="938575"/>
            <a:chExt cx="243600" cy="243600"/>
          </a:xfrm>
        </p:grpSpPr>
        <p:sp>
          <p:nvSpPr>
            <p:cNvPr id="1972" name="Google Shape;1972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3" name="Google Shape;1973;p22"/>
            <p:cNvCxnSpPr>
              <a:stCxn id="1972" idx="0"/>
              <a:endCxn id="197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4" name="Google Shape;1974;p22"/>
            <p:cNvCxnSpPr>
              <a:stCxn id="1972" idx="2"/>
              <a:endCxn id="197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5" name="Google Shape;1975;p22"/>
          <p:cNvGrpSpPr/>
          <p:nvPr/>
        </p:nvGrpSpPr>
        <p:grpSpPr>
          <a:xfrm>
            <a:off x="5331024" y="4669236"/>
            <a:ext cx="187767" cy="180167"/>
            <a:chOff x="7021900" y="938575"/>
            <a:chExt cx="243600" cy="243600"/>
          </a:xfrm>
        </p:grpSpPr>
        <p:sp>
          <p:nvSpPr>
            <p:cNvPr id="1976" name="Google Shape;1976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7" name="Google Shape;1977;p22"/>
            <p:cNvCxnSpPr>
              <a:stCxn id="1976" idx="0"/>
              <a:endCxn id="197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8" name="Google Shape;1978;p22"/>
            <p:cNvCxnSpPr>
              <a:stCxn id="1976" idx="2"/>
              <a:endCxn id="197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9" name="Google Shape;1979;p22"/>
          <p:cNvGrpSpPr/>
          <p:nvPr/>
        </p:nvGrpSpPr>
        <p:grpSpPr>
          <a:xfrm>
            <a:off x="5792208" y="4669236"/>
            <a:ext cx="187767" cy="180167"/>
            <a:chOff x="7021900" y="938575"/>
            <a:chExt cx="243600" cy="243600"/>
          </a:xfrm>
        </p:grpSpPr>
        <p:sp>
          <p:nvSpPr>
            <p:cNvPr id="1980" name="Google Shape;1980;p2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1" name="Google Shape;1981;p22"/>
            <p:cNvCxnSpPr>
              <a:stCxn id="1980" idx="0"/>
              <a:endCxn id="198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2" name="Google Shape;1982;p22"/>
            <p:cNvCxnSpPr>
              <a:stCxn id="1980" idx="2"/>
              <a:endCxn id="198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7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83" name="Google Shape;1983;p22"/>
          <p:cNvSpPr txBox="1"/>
          <p:nvPr/>
        </p:nvSpPr>
        <p:spPr>
          <a:xfrm>
            <a:off x="2375162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22"/>
          <p:cNvSpPr txBox="1"/>
          <p:nvPr/>
        </p:nvSpPr>
        <p:spPr>
          <a:xfrm>
            <a:off x="2836347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22"/>
          <p:cNvSpPr txBox="1"/>
          <p:nvPr/>
        </p:nvSpPr>
        <p:spPr>
          <a:xfrm>
            <a:off x="3297531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22"/>
          <p:cNvSpPr txBox="1"/>
          <p:nvPr/>
        </p:nvSpPr>
        <p:spPr>
          <a:xfrm>
            <a:off x="3758715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22"/>
          <p:cNvSpPr txBox="1"/>
          <p:nvPr/>
        </p:nvSpPr>
        <p:spPr>
          <a:xfrm>
            <a:off x="4219900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22"/>
          <p:cNvSpPr txBox="1"/>
          <p:nvPr/>
        </p:nvSpPr>
        <p:spPr>
          <a:xfrm>
            <a:off x="4681084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22"/>
          <p:cNvSpPr txBox="1"/>
          <p:nvPr/>
        </p:nvSpPr>
        <p:spPr>
          <a:xfrm>
            <a:off x="5142268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22"/>
          <p:cNvSpPr txBox="1"/>
          <p:nvPr/>
        </p:nvSpPr>
        <p:spPr>
          <a:xfrm>
            <a:off x="5603453" y="4342078"/>
            <a:ext cx="565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1" name="Google Shape;1991;p22"/>
          <p:cNvCxnSpPr/>
          <p:nvPr/>
        </p:nvCxnSpPr>
        <p:spPr>
          <a:xfrm>
            <a:off x="1682027" y="1647950"/>
            <a:ext cx="44235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22"/>
          <p:cNvCxnSpPr/>
          <p:nvPr/>
        </p:nvCxnSpPr>
        <p:spPr>
          <a:xfrm>
            <a:off x="1682027" y="1878100"/>
            <a:ext cx="4423500" cy="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93" name="Google Shape;1993;p22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158" y="2128288"/>
            <a:ext cx="525356" cy="5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22"/>
          <p:cNvSpPr txBox="1"/>
          <p:nvPr/>
        </p:nvSpPr>
        <p:spPr>
          <a:xfrm>
            <a:off x="1375017" y="172798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22"/>
          <p:cNvSpPr txBox="1"/>
          <p:nvPr/>
        </p:nvSpPr>
        <p:spPr>
          <a:xfrm>
            <a:off x="1375017" y="1497842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6" name="Google Shape;1996;p22"/>
          <p:cNvCxnSpPr/>
          <p:nvPr/>
        </p:nvCxnSpPr>
        <p:spPr>
          <a:xfrm rot="10800000">
            <a:off x="2532044" y="1878294"/>
            <a:ext cx="0" cy="11145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7" name="Google Shape;1997;p22"/>
          <p:cNvCxnSpPr/>
          <p:nvPr/>
        </p:nvCxnSpPr>
        <p:spPr>
          <a:xfrm rot="10800000">
            <a:off x="3137535" y="1657722"/>
            <a:ext cx="0" cy="13344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8" name="Google Shape;1998;p22"/>
          <p:cNvSpPr/>
          <p:nvPr/>
        </p:nvSpPr>
        <p:spPr>
          <a:xfrm>
            <a:off x="3108949" y="1620438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22"/>
          <p:cNvSpPr/>
          <p:nvPr/>
        </p:nvSpPr>
        <p:spPr>
          <a:xfrm>
            <a:off x="2503486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0" name="Google Shape;2000;p22"/>
          <p:cNvCxnSpPr>
            <a:endCxn id="1993" idx="2"/>
          </p:cNvCxnSpPr>
          <p:nvPr/>
        </p:nvCxnSpPr>
        <p:spPr>
          <a:xfrm rot="10800000">
            <a:off x="4309836" y="2632393"/>
            <a:ext cx="0" cy="3537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1" name="Google Shape;2001;p22"/>
          <p:cNvCxnSpPr/>
          <p:nvPr/>
        </p:nvCxnSpPr>
        <p:spPr>
          <a:xfrm rot="10800000">
            <a:off x="3719673" y="2805548"/>
            <a:ext cx="0" cy="1899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2" name="Google Shape;2002;p22"/>
          <p:cNvCxnSpPr/>
          <p:nvPr/>
        </p:nvCxnSpPr>
        <p:spPr>
          <a:xfrm rot="10800000">
            <a:off x="4868626" y="2806085"/>
            <a:ext cx="0" cy="1938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3" name="Google Shape;2003;p22"/>
          <p:cNvCxnSpPr/>
          <p:nvPr/>
        </p:nvCxnSpPr>
        <p:spPr>
          <a:xfrm rot="10800000">
            <a:off x="4524900" y="2512994"/>
            <a:ext cx="346500" cy="2994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4" name="Google Shape;2004;p22"/>
          <p:cNvCxnSpPr/>
          <p:nvPr/>
        </p:nvCxnSpPr>
        <p:spPr>
          <a:xfrm flipH="1" rot="10800000">
            <a:off x="3717303" y="2514445"/>
            <a:ext cx="377400" cy="301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5" name="Google Shape;2005;p22"/>
          <p:cNvCxnSpPr>
            <a:endCxn id="2006" idx="1"/>
          </p:cNvCxnSpPr>
          <p:nvPr/>
        </p:nvCxnSpPr>
        <p:spPr>
          <a:xfrm rot="10800000">
            <a:off x="6011597" y="257667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7" name="Google Shape;2007;p22"/>
          <p:cNvCxnSpPr>
            <a:stCxn id="2006" idx="3"/>
          </p:cNvCxnSpPr>
          <p:nvPr/>
        </p:nvCxnSpPr>
        <p:spPr>
          <a:xfrm rot="10800000">
            <a:off x="6011597" y="1878203"/>
            <a:ext cx="0" cy="3888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8" name="Google Shape;2008;p22"/>
          <p:cNvSpPr txBox="1"/>
          <p:nvPr/>
        </p:nvSpPr>
        <p:spPr>
          <a:xfrm>
            <a:off x="3369304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22"/>
          <p:cNvSpPr txBox="1"/>
          <p:nvPr/>
        </p:nvSpPr>
        <p:spPr>
          <a:xfrm>
            <a:off x="3950275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22"/>
          <p:cNvSpPr txBox="1"/>
          <p:nvPr/>
        </p:nvSpPr>
        <p:spPr>
          <a:xfrm>
            <a:off x="4517819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22"/>
          <p:cNvSpPr txBox="1"/>
          <p:nvPr/>
        </p:nvSpPr>
        <p:spPr>
          <a:xfrm>
            <a:off x="5674359" y="2685897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2" name="Google Shape;2012;p22"/>
          <p:cNvGrpSpPr/>
          <p:nvPr/>
        </p:nvGrpSpPr>
        <p:grpSpPr>
          <a:xfrm>
            <a:off x="3601357" y="3347855"/>
            <a:ext cx="137425" cy="744114"/>
            <a:chOff x="5994550" y="3527588"/>
            <a:chExt cx="229500" cy="1242675"/>
          </a:xfrm>
        </p:grpSpPr>
        <p:cxnSp>
          <p:nvCxnSpPr>
            <p:cNvPr id="2013" name="Google Shape;2013;p2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4" name="Google Shape;2014;p2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5" name="Google Shape;2015;p2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6" name="Google Shape;2016;p2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8" name="Google Shape;2018;p22"/>
          <p:cNvGrpSpPr/>
          <p:nvPr/>
        </p:nvGrpSpPr>
        <p:grpSpPr>
          <a:xfrm>
            <a:off x="4195660" y="3347855"/>
            <a:ext cx="137425" cy="744114"/>
            <a:chOff x="5994550" y="3527588"/>
            <a:chExt cx="229500" cy="1242675"/>
          </a:xfrm>
        </p:grpSpPr>
        <p:cxnSp>
          <p:nvCxnSpPr>
            <p:cNvPr id="2019" name="Google Shape;2019;p2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0" name="Google Shape;2020;p2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1" name="Google Shape;2021;p2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2" name="Google Shape;2022;p2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4" name="Google Shape;2024;p22"/>
          <p:cNvGrpSpPr/>
          <p:nvPr/>
        </p:nvGrpSpPr>
        <p:grpSpPr>
          <a:xfrm>
            <a:off x="4754870" y="3343379"/>
            <a:ext cx="137425" cy="744114"/>
            <a:chOff x="5994550" y="3527588"/>
            <a:chExt cx="229500" cy="1242675"/>
          </a:xfrm>
        </p:grpSpPr>
        <p:cxnSp>
          <p:nvCxnSpPr>
            <p:cNvPr id="2025" name="Google Shape;2025;p2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6" name="Google Shape;2026;p2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7" name="Google Shape;2027;p2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8" name="Google Shape;2028;p2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0" name="Google Shape;2030;p22"/>
          <p:cNvGrpSpPr/>
          <p:nvPr/>
        </p:nvGrpSpPr>
        <p:grpSpPr>
          <a:xfrm>
            <a:off x="5325654" y="3351029"/>
            <a:ext cx="137425" cy="744114"/>
            <a:chOff x="5994550" y="3527588"/>
            <a:chExt cx="229500" cy="1242675"/>
          </a:xfrm>
        </p:grpSpPr>
        <p:cxnSp>
          <p:nvCxnSpPr>
            <p:cNvPr id="2031" name="Google Shape;2031;p2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2" name="Google Shape;2032;p2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3" name="Google Shape;2033;p2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4" name="Google Shape;2034;p2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6" name="Google Shape;2036;p22"/>
          <p:cNvGrpSpPr/>
          <p:nvPr/>
        </p:nvGrpSpPr>
        <p:grpSpPr>
          <a:xfrm>
            <a:off x="5896437" y="3343379"/>
            <a:ext cx="137425" cy="744114"/>
            <a:chOff x="5994550" y="3527588"/>
            <a:chExt cx="229500" cy="1242675"/>
          </a:xfrm>
        </p:grpSpPr>
        <p:cxnSp>
          <p:nvCxnSpPr>
            <p:cNvPr id="2037" name="Google Shape;2037;p2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8" name="Google Shape;2038;p2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9" name="Google Shape;2039;p2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71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40" name="Google Shape;2040;p2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57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50" lIns="54750" spcFirstLastPara="1" rIns="54750" wrap="square" tIns="547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8"/>
                <a:buFont typeface="Arial"/>
                <a:buNone/>
              </a:pPr>
              <a:r>
                <a:t/>
              </a:r>
              <a:endParaRPr b="0" i="0" sz="8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42" name="Google Shape;2042;p22"/>
          <p:cNvCxnSpPr/>
          <p:nvPr/>
        </p:nvCxnSpPr>
        <p:spPr>
          <a:xfrm rot="10800000">
            <a:off x="3130925" y="4094853"/>
            <a:ext cx="2889600" cy="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3" name="Google Shape;2043;p22"/>
          <p:cNvSpPr/>
          <p:nvPr/>
        </p:nvSpPr>
        <p:spPr>
          <a:xfrm>
            <a:off x="5983099" y="185068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4" name="Google Shape;2044;p22"/>
          <p:cNvCxnSpPr/>
          <p:nvPr/>
        </p:nvCxnSpPr>
        <p:spPr>
          <a:xfrm>
            <a:off x="3139062" y="3352518"/>
            <a:ext cx="0" cy="743700"/>
          </a:xfrm>
          <a:prstGeom prst="straightConnector1">
            <a:avLst/>
          </a:prstGeom>
          <a:noFill/>
          <a:ln cap="flat" cmpd="sng" w="17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5" name="Google Shape;2045;p22"/>
          <p:cNvSpPr/>
          <p:nvPr/>
        </p:nvSpPr>
        <p:spPr>
          <a:xfrm>
            <a:off x="5983099" y="4060845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22"/>
          <p:cNvSpPr/>
          <p:nvPr/>
        </p:nvSpPr>
        <p:spPr>
          <a:xfrm>
            <a:off x="5409246" y="4072410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22"/>
          <p:cNvSpPr/>
          <p:nvPr/>
        </p:nvSpPr>
        <p:spPr>
          <a:xfrm>
            <a:off x="4842722" y="4072402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22"/>
          <p:cNvSpPr/>
          <p:nvPr/>
        </p:nvSpPr>
        <p:spPr>
          <a:xfrm>
            <a:off x="4282673" y="4069289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22"/>
          <p:cNvSpPr/>
          <p:nvPr/>
        </p:nvSpPr>
        <p:spPr>
          <a:xfrm>
            <a:off x="3682300" y="4072417"/>
            <a:ext cx="57000" cy="54900"/>
          </a:xfrm>
          <a:prstGeom prst="ellipse">
            <a:avLst/>
          </a:prstGeom>
          <a:solidFill>
            <a:srgbClr val="C0392B"/>
          </a:solidFill>
          <a:ln cap="flat" cmpd="sng" w="5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22"/>
          <p:cNvSpPr txBox="1"/>
          <p:nvPr/>
        </p:nvSpPr>
        <p:spPr>
          <a:xfrm>
            <a:off x="3423965" y="33571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22"/>
          <p:cNvSpPr txBox="1"/>
          <p:nvPr/>
        </p:nvSpPr>
        <p:spPr>
          <a:xfrm>
            <a:off x="4016150" y="3339525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22"/>
          <p:cNvSpPr txBox="1"/>
          <p:nvPr/>
        </p:nvSpPr>
        <p:spPr>
          <a:xfrm>
            <a:off x="4586026" y="333775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22"/>
          <p:cNvSpPr txBox="1"/>
          <p:nvPr/>
        </p:nvSpPr>
        <p:spPr>
          <a:xfrm>
            <a:off x="51314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22"/>
          <p:cNvSpPr txBox="1"/>
          <p:nvPr/>
        </p:nvSpPr>
        <p:spPr>
          <a:xfrm>
            <a:off x="5725749" y="3336600"/>
            <a:ext cx="29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22"/>
          <p:cNvSpPr txBox="1"/>
          <p:nvPr/>
        </p:nvSpPr>
        <p:spPr>
          <a:xfrm>
            <a:off x="2290493" y="3336589"/>
            <a:ext cx="211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6" name="Google Shape;2056;p22"/>
          <p:cNvCxnSpPr>
            <a:stCxn id="1993" idx="0"/>
          </p:cNvCxnSpPr>
          <p:nvPr/>
        </p:nvCxnSpPr>
        <p:spPr>
          <a:xfrm rot="10800000">
            <a:off x="4309836" y="1883188"/>
            <a:ext cx="0" cy="2451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7" name="Google Shape;2057;p22"/>
          <p:cNvSpPr/>
          <p:nvPr/>
        </p:nvSpPr>
        <p:spPr>
          <a:xfrm>
            <a:off x="4281273" y="1850578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22"/>
          <p:cNvSpPr txBox="1"/>
          <p:nvPr/>
        </p:nvSpPr>
        <p:spPr>
          <a:xfrm>
            <a:off x="3945384" y="1912979"/>
            <a:ext cx="346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9" name="Google Shape;2059;p22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357863" y="2238212"/>
            <a:ext cx="344375" cy="35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0" name="Google Shape;2060;p22"/>
          <p:cNvCxnSpPr/>
          <p:nvPr/>
        </p:nvCxnSpPr>
        <p:spPr>
          <a:xfrm rot="10800000">
            <a:off x="5441122" y="2583125"/>
            <a:ext cx="0" cy="409500"/>
          </a:xfrm>
          <a:prstGeom prst="straightConnector1">
            <a:avLst/>
          </a:prstGeom>
          <a:noFill/>
          <a:ln cap="flat" cmpd="sng" w="171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22"/>
          <p:cNvCxnSpPr/>
          <p:nvPr/>
        </p:nvCxnSpPr>
        <p:spPr>
          <a:xfrm rot="10800000">
            <a:off x="5449647" y="1876503"/>
            <a:ext cx="0" cy="372300"/>
          </a:xfrm>
          <a:prstGeom prst="straightConnector1">
            <a:avLst/>
          </a:prstGeom>
          <a:noFill/>
          <a:ln cap="flat" cmpd="sng" w="171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2" name="Google Shape;2062;p22"/>
          <p:cNvSpPr/>
          <p:nvPr/>
        </p:nvSpPr>
        <p:spPr>
          <a:xfrm>
            <a:off x="5421149" y="1850583"/>
            <a:ext cx="57000" cy="54900"/>
          </a:xfrm>
          <a:prstGeom prst="ellipse">
            <a:avLst/>
          </a:prstGeom>
          <a:solidFill>
            <a:srgbClr val="2980B9"/>
          </a:solidFill>
          <a:ln cap="flat" cmpd="sng" w="5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8"/>
              <a:buFont typeface="Arial"/>
              <a:buNone/>
            </a:pPr>
            <a:r>
              <a:t/>
            </a:r>
            <a:endParaRPr b="0" i="0" sz="8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22"/>
          <p:cNvSpPr txBox="1"/>
          <p:nvPr/>
        </p:nvSpPr>
        <p:spPr>
          <a:xfrm>
            <a:off x="5099446" y="2683185"/>
            <a:ext cx="3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4" name="Google Shape;2064;p22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25413" y="2234100"/>
            <a:ext cx="344375" cy="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23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#14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23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3" name="Google Shape;2073;p23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94725"/>
                <a:gridCol w="1219225"/>
                <a:gridCol w="1528800"/>
                <a:gridCol w="1569300"/>
                <a:gridCol w="1643625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DAC2=CV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4" name="Google Shape;2074;p23"/>
          <p:cNvSpPr/>
          <p:nvPr/>
        </p:nvSpPr>
        <p:spPr>
          <a:xfrm>
            <a:off x="2730276" y="4175366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5" name="Google Shape;2075;p23"/>
          <p:cNvGrpSpPr/>
          <p:nvPr/>
        </p:nvGrpSpPr>
        <p:grpSpPr>
          <a:xfrm>
            <a:off x="2984016" y="4249834"/>
            <a:ext cx="162384" cy="155807"/>
            <a:chOff x="7021900" y="938575"/>
            <a:chExt cx="243600" cy="243600"/>
          </a:xfrm>
        </p:grpSpPr>
        <p:sp>
          <p:nvSpPr>
            <p:cNvPr id="2076" name="Google Shape;2076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7" name="Google Shape;2077;p23"/>
            <p:cNvCxnSpPr>
              <a:stCxn id="2076" idx="0"/>
              <a:endCxn id="207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8" name="Google Shape;2078;p23"/>
            <p:cNvCxnSpPr>
              <a:stCxn id="2076" idx="2"/>
              <a:endCxn id="207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79" name="Google Shape;2079;p23"/>
          <p:cNvSpPr/>
          <p:nvPr/>
        </p:nvSpPr>
        <p:spPr>
          <a:xfrm>
            <a:off x="2730277" y="2802251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23"/>
          <p:cNvSpPr txBox="1"/>
          <p:nvPr/>
        </p:nvSpPr>
        <p:spPr>
          <a:xfrm>
            <a:off x="3286297" y="3115100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1" name="Google Shape;2081;p23"/>
          <p:cNvGrpSpPr/>
          <p:nvPr/>
        </p:nvGrpSpPr>
        <p:grpSpPr>
          <a:xfrm>
            <a:off x="4413867" y="2876733"/>
            <a:ext cx="162384" cy="155807"/>
            <a:chOff x="7021900" y="938575"/>
            <a:chExt cx="243600" cy="243600"/>
          </a:xfrm>
        </p:grpSpPr>
        <p:sp>
          <p:nvSpPr>
            <p:cNvPr id="2082" name="Google Shape;2082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3" name="Google Shape;2083;p23"/>
            <p:cNvCxnSpPr>
              <a:stCxn id="2082" idx="0"/>
              <a:endCxn id="208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4" name="Google Shape;2084;p23"/>
            <p:cNvCxnSpPr>
              <a:stCxn id="2082" idx="2"/>
              <a:endCxn id="208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85" name="Google Shape;2085;p23"/>
          <p:cNvGrpSpPr/>
          <p:nvPr/>
        </p:nvGrpSpPr>
        <p:grpSpPr>
          <a:xfrm>
            <a:off x="3899705" y="2876733"/>
            <a:ext cx="162384" cy="155807"/>
            <a:chOff x="7021900" y="938575"/>
            <a:chExt cx="243600" cy="243600"/>
          </a:xfrm>
        </p:grpSpPr>
        <p:sp>
          <p:nvSpPr>
            <p:cNvPr id="2086" name="Google Shape;2086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7" name="Google Shape;2087;p23"/>
            <p:cNvCxnSpPr>
              <a:stCxn id="2086" idx="0"/>
              <a:endCxn id="208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8" name="Google Shape;2088;p23"/>
            <p:cNvCxnSpPr>
              <a:stCxn id="2086" idx="2"/>
              <a:endCxn id="208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89" name="Google Shape;2089;p23"/>
          <p:cNvGrpSpPr/>
          <p:nvPr/>
        </p:nvGrpSpPr>
        <p:grpSpPr>
          <a:xfrm>
            <a:off x="3398749" y="2876733"/>
            <a:ext cx="162384" cy="155807"/>
            <a:chOff x="7021900" y="938575"/>
            <a:chExt cx="243600" cy="243600"/>
          </a:xfrm>
        </p:grpSpPr>
        <p:sp>
          <p:nvSpPr>
            <p:cNvPr id="2090" name="Google Shape;2090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1" name="Google Shape;2091;p23"/>
            <p:cNvCxnSpPr>
              <a:stCxn id="2090" idx="0"/>
              <a:endCxn id="209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2" name="Google Shape;2092;p23"/>
            <p:cNvCxnSpPr>
              <a:stCxn id="2090" idx="2"/>
              <a:endCxn id="209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93" name="Google Shape;2093;p23"/>
          <p:cNvGrpSpPr/>
          <p:nvPr/>
        </p:nvGrpSpPr>
        <p:grpSpPr>
          <a:xfrm>
            <a:off x="2875381" y="2876733"/>
            <a:ext cx="162384" cy="155807"/>
            <a:chOff x="7021900" y="938575"/>
            <a:chExt cx="243600" cy="243600"/>
          </a:xfrm>
        </p:grpSpPr>
        <p:sp>
          <p:nvSpPr>
            <p:cNvPr id="2094" name="Google Shape;2094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5" name="Google Shape;2095;p23"/>
            <p:cNvCxnSpPr>
              <a:stCxn id="2094" idx="0"/>
              <a:endCxn id="209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6" name="Google Shape;2096;p23"/>
            <p:cNvCxnSpPr>
              <a:stCxn id="2094" idx="2"/>
              <a:endCxn id="209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97" name="Google Shape;2097;p23"/>
          <p:cNvGrpSpPr/>
          <p:nvPr/>
        </p:nvGrpSpPr>
        <p:grpSpPr>
          <a:xfrm>
            <a:off x="4897430" y="2876733"/>
            <a:ext cx="162384" cy="155807"/>
            <a:chOff x="7021900" y="938575"/>
            <a:chExt cx="243600" cy="243600"/>
          </a:xfrm>
        </p:grpSpPr>
        <p:sp>
          <p:nvSpPr>
            <p:cNvPr id="2098" name="Google Shape;2098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9" name="Google Shape;2099;p23"/>
            <p:cNvCxnSpPr>
              <a:stCxn id="2098" idx="0"/>
              <a:endCxn id="209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0" name="Google Shape;2100;p23"/>
            <p:cNvCxnSpPr>
              <a:stCxn id="2098" idx="2"/>
              <a:endCxn id="209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01" name="Google Shape;2101;p23"/>
          <p:cNvGrpSpPr/>
          <p:nvPr/>
        </p:nvGrpSpPr>
        <p:grpSpPr>
          <a:xfrm>
            <a:off x="5391059" y="2876733"/>
            <a:ext cx="162384" cy="155807"/>
            <a:chOff x="7021900" y="938575"/>
            <a:chExt cx="243600" cy="243600"/>
          </a:xfrm>
        </p:grpSpPr>
        <p:sp>
          <p:nvSpPr>
            <p:cNvPr id="2102" name="Google Shape;2102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3" name="Google Shape;2103;p23"/>
            <p:cNvCxnSpPr>
              <a:stCxn id="2102" idx="0"/>
              <a:endCxn id="210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4" name="Google Shape;2104;p23"/>
            <p:cNvCxnSpPr>
              <a:stCxn id="2102" idx="2"/>
              <a:endCxn id="210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05" name="Google Shape;2105;p23"/>
          <p:cNvGrpSpPr/>
          <p:nvPr/>
        </p:nvGrpSpPr>
        <p:grpSpPr>
          <a:xfrm>
            <a:off x="5884688" y="2876733"/>
            <a:ext cx="162384" cy="155807"/>
            <a:chOff x="7021900" y="938575"/>
            <a:chExt cx="243600" cy="243600"/>
          </a:xfrm>
        </p:grpSpPr>
        <p:sp>
          <p:nvSpPr>
            <p:cNvPr id="2106" name="Google Shape;2106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7" name="Google Shape;2107;p23"/>
            <p:cNvCxnSpPr>
              <a:stCxn id="2106" idx="0"/>
              <a:endCxn id="210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8" name="Google Shape;2108;p23"/>
            <p:cNvCxnSpPr>
              <a:stCxn id="2106" idx="2"/>
              <a:endCxn id="210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09" name="Google Shape;2109;p23"/>
          <p:cNvGrpSpPr/>
          <p:nvPr/>
        </p:nvGrpSpPr>
        <p:grpSpPr>
          <a:xfrm>
            <a:off x="4180605" y="4249834"/>
            <a:ext cx="162384" cy="155807"/>
            <a:chOff x="7021900" y="938575"/>
            <a:chExt cx="243600" cy="243600"/>
          </a:xfrm>
        </p:grpSpPr>
        <p:sp>
          <p:nvSpPr>
            <p:cNvPr id="2110" name="Google Shape;2110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1" name="Google Shape;2111;p23"/>
            <p:cNvCxnSpPr>
              <a:stCxn id="2110" idx="0"/>
              <a:endCxn id="211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2" name="Google Shape;2112;p23"/>
            <p:cNvCxnSpPr>
              <a:stCxn id="2110" idx="2"/>
              <a:endCxn id="211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13" name="Google Shape;2113;p23"/>
          <p:cNvGrpSpPr/>
          <p:nvPr/>
        </p:nvGrpSpPr>
        <p:grpSpPr>
          <a:xfrm>
            <a:off x="3781742" y="4249834"/>
            <a:ext cx="162384" cy="155807"/>
            <a:chOff x="7021900" y="938575"/>
            <a:chExt cx="243600" cy="243600"/>
          </a:xfrm>
        </p:grpSpPr>
        <p:sp>
          <p:nvSpPr>
            <p:cNvPr id="2114" name="Google Shape;2114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5" name="Google Shape;2115;p23"/>
            <p:cNvCxnSpPr>
              <a:stCxn id="2114" idx="0"/>
              <a:endCxn id="21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6" name="Google Shape;2116;p23"/>
            <p:cNvCxnSpPr>
              <a:stCxn id="2114" idx="2"/>
              <a:endCxn id="21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17" name="Google Shape;2117;p23"/>
          <p:cNvGrpSpPr/>
          <p:nvPr/>
        </p:nvGrpSpPr>
        <p:grpSpPr>
          <a:xfrm>
            <a:off x="3382879" y="4249834"/>
            <a:ext cx="162384" cy="155807"/>
            <a:chOff x="7021900" y="938575"/>
            <a:chExt cx="243600" cy="243600"/>
          </a:xfrm>
        </p:grpSpPr>
        <p:sp>
          <p:nvSpPr>
            <p:cNvPr id="2118" name="Google Shape;2118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9" name="Google Shape;2119;p23"/>
            <p:cNvCxnSpPr>
              <a:stCxn id="2118" idx="0"/>
              <a:endCxn id="211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0" name="Google Shape;2120;p23"/>
            <p:cNvCxnSpPr>
              <a:stCxn id="2118" idx="2"/>
              <a:endCxn id="211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21" name="Google Shape;2121;p23"/>
          <p:cNvGrpSpPr/>
          <p:nvPr/>
        </p:nvGrpSpPr>
        <p:grpSpPr>
          <a:xfrm>
            <a:off x="4579468" y="4249834"/>
            <a:ext cx="162384" cy="155807"/>
            <a:chOff x="7021900" y="938575"/>
            <a:chExt cx="243600" cy="243600"/>
          </a:xfrm>
        </p:grpSpPr>
        <p:sp>
          <p:nvSpPr>
            <p:cNvPr id="2122" name="Google Shape;2122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3" name="Google Shape;2123;p23"/>
            <p:cNvCxnSpPr>
              <a:stCxn id="2122" idx="0"/>
              <a:endCxn id="21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4" name="Google Shape;2124;p23"/>
            <p:cNvCxnSpPr>
              <a:stCxn id="2122" idx="2"/>
              <a:endCxn id="21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25" name="Google Shape;2125;p23"/>
          <p:cNvGrpSpPr/>
          <p:nvPr/>
        </p:nvGrpSpPr>
        <p:grpSpPr>
          <a:xfrm>
            <a:off x="4978330" y="4249834"/>
            <a:ext cx="162384" cy="155807"/>
            <a:chOff x="7021900" y="938575"/>
            <a:chExt cx="243600" cy="243600"/>
          </a:xfrm>
        </p:grpSpPr>
        <p:sp>
          <p:nvSpPr>
            <p:cNvPr id="2126" name="Google Shape;2126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7" name="Google Shape;2127;p23"/>
            <p:cNvCxnSpPr>
              <a:stCxn id="2126" idx="0"/>
              <a:endCxn id="21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8" name="Google Shape;2128;p23"/>
            <p:cNvCxnSpPr>
              <a:stCxn id="2126" idx="2"/>
              <a:endCxn id="21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29" name="Google Shape;2129;p23"/>
          <p:cNvGrpSpPr/>
          <p:nvPr/>
        </p:nvGrpSpPr>
        <p:grpSpPr>
          <a:xfrm>
            <a:off x="5377193" y="4249834"/>
            <a:ext cx="162384" cy="155807"/>
            <a:chOff x="7021900" y="938575"/>
            <a:chExt cx="243600" cy="243600"/>
          </a:xfrm>
        </p:grpSpPr>
        <p:sp>
          <p:nvSpPr>
            <p:cNvPr id="2130" name="Google Shape;2130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1" name="Google Shape;2131;p23"/>
            <p:cNvCxnSpPr>
              <a:stCxn id="2130" idx="0"/>
              <a:endCxn id="21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2" name="Google Shape;2132;p23"/>
            <p:cNvCxnSpPr>
              <a:stCxn id="2130" idx="2"/>
              <a:endCxn id="21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33" name="Google Shape;2133;p23"/>
          <p:cNvGrpSpPr/>
          <p:nvPr/>
        </p:nvGrpSpPr>
        <p:grpSpPr>
          <a:xfrm>
            <a:off x="5776056" y="4249834"/>
            <a:ext cx="162384" cy="155807"/>
            <a:chOff x="7021900" y="938575"/>
            <a:chExt cx="243600" cy="243600"/>
          </a:xfrm>
        </p:grpSpPr>
        <p:sp>
          <p:nvSpPr>
            <p:cNvPr id="2134" name="Google Shape;2134;p2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5" name="Google Shape;2135;p23"/>
            <p:cNvCxnSpPr>
              <a:stCxn id="2134" idx="0"/>
              <a:endCxn id="21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6" name="Google Shape;2136;p23"/>
            <p:cNvCxnSpPr>
              <a:stCxn id="2134" idx="2"/>
              <a:endCxn id="21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37" name="Google Shape;2137;p23"/>
          <p:cNvSpPr txBox="1"/>
          <p:nvPr/>
        </p:nvSpPr>
        <p:spPr>
          <a:xfrm>
            <a:off x="282104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23"/>
          <p:cNvSpPr txBox="1"/>
          <p:nvPr/>
        </p:nvSpPr>
        <p:spPr>
          <a:xfrm>
            <a:off x="3219904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23"/>
          <p:cNvSpPr txBox="1"/>
          <p:nvPr/>
        </p:nvSpPr>
        <p:spPr>
          <a:xfrm>
            <a:off x="3618767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23"/>
          <p:cNvSpPr txBox="1"/>
          <p:nvPr/>
        </p:nvSpPr>
        <p:spPr>
          <a:xfrm>
            <a:off x="4017630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23"/>
          <p:cNvSpPr txBox="1"/>
          <p:nvPr/>
        </p:nvSpPr>
        <p:spPr>
          <a:xfrm>
            <a:off x="4416493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23"/>
          <p:cNvSpPr txBox="1"/>
          <p:nvPr/>
        </p:nvSpPr>
        <p:spPr>
          <a:xfrm>
            <a:off x="4815355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23"/>
          <p:cNvSpPr txBox="1"/>
          <p:nvPr/>
        </p:nvSpPr>
        <p:spPr>
          <a:xfrm>
            <a:off x="5214218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23"/>
          <p:cNvSpPr txBox="1"/>
          <p:nvPr/>
        </p:nvSpPr>
        <p:spPr>
          <a:xfrm>
            <a:off x="561308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5" name="Google Shape;2145;p23"/>
          <p:cNvCxnSpPr/>
          <p:nvPr/>
        </p:nvCxnSpPr>
        <p:spPr>
          <a:xfrm>
            <a:off x="2221576" y="1636875"/>
            <a:ext cx="38532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6" name="Google Shape;2146;p23"/>
          <p:cNvCxnSpPr/>
          <p:nvPr/>
        </p:nvCxnSpPr>
        <p:spPr>
          <a:xfrm>
            <a:off x="2221576" y="1835925"/>
            <a:ext cx="38532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47" name="Google Shape;2147;p23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094" y="2052302"/>
            <a:ext cx="454362" cy="4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23"/>
          <p:cNvSpPr txBox="1"/>
          <p:nvPr/>
        </p:nvSpPr>
        <p:spPr>
          <a:xfrm>
            <a:off x="1956050" y="170609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23"/>
          <p:cNvSpPr txBox="1"/>
          <p:nvPr/>
        </p:nvSpPr>
        <p:spPr>
          <a:xfrm>
            <a:off x="1956050" y="1507050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0" name="Google Shape;2150;p23"/>
          <p:cNvCxnSpPr/>
          <p:nvPr/>
        </p:nvCxnSpPr>
        <p:spPr>
          <a:xfrm rot="10800000">
            <a:off x="2956723" y="1836086"/>
            <a:ext cx="0" cy="9639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1" name="Google Shape;2151;p23"/>
          <p:cNvCxnSpPr/>
          <p:nvPr/>
        </p:nvCxnSpPr>
        <p:spPr>
          <a:xfrm rot="10800000">
            <a:off x="3480392" y="1645305"/>
            <a:ext cx="0" cy="115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2" name="Google Shape;2152;p23"/>
          <p:cNvSpPr/>
          <p:nvPr/>
        </p:nvSpPr>
        <p:spPr>
          <a:xfrm>
            <a:off x="3455669" y="161307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23"/>
          <p:cNvSpPr/>
          <p:nvPr/>
        </p:nvSpPr>
        <p:spPr>
          <a:xfrm>
            <a:off x="2932024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4" name="Google Shape;2154;p23"/>
          <p:cNvCxnSpPr>
            <a:endCxn id="2147" idx="2"/>
          </p:cNvCxnSpPr>
          <p:nvPr/>
        </p:nvCxnSpPr>
        <p:spPr>
          <a:xfrm rot="10800000">
            <a:off x="4494275" y="2488286"/>
            <a:ext cx="0" cy="305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5" name="Google Shape;2155;p23"/>
          <p:cNvCxnSpPr/>
          <p:nvPr/>
        </p:nvCxnSpPr>
        <p:spPr>
          <a:xfrm rot="10800000">
            <a:off x="3983864" y="2637881"/>
            <a:ext cx="0" cy="164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6" name="Google Shape;2156;p23"/>
          <p:cNvCxnSpPr/>
          <p:nvPr/>
        </p:nvCxnSpPr>
        <p:spPr>
          <a:xfrm rot="10800000">
            <a:off x="4977554" y="2638719"/>
            <a:ext cx="0" cy="167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7" name="Google Shape;2157;p23"/>
          <p:cNvCxnSpPr/>
          <p:nvPr/>
        </p:nvCxnSpPr>
        <p:spPr>
          <a:xfrm rot="10800000">
            <a:off x="4680254" y="2385064"/>
            <a:ext cx="299700" cy="2589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8" name="Google Shape;2158;p23"/>
          <p:cNvCxnSpPr/>
          <p:nvPr/>
        </p:nvCxnSpPr>
        <p:spPr>
          <a:xfrm flipH="1" rot="10800000">
            <a:off x="3981813" y="2386335"/>
            <a:ext cx="326400" cy="260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9" name="Google Shape;2159;p23"/>
          <p:cNvSpPr txBox="1"/>
          <p:nvPr/>
        </p:nvSpPr>
        <p:spPr>
          <a:xfrm>
            <a:off x="3680841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23"/>
          <p:cNvSpPr txBox="1"/>
          <p:nvPr/>
        </p:nvSpPr>
        <p:spPr>
          <a:xfrm>
            <a:off x="4183303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23"/>
          <p:cNvSpPr txBox="1"/>
          <p:nvPr/>
        </p:nvSpPr>
        <p:spPr>
          <a:xfrm>
            <a:off x="4673188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2" name="Google Shape;2162;p23"/>
          <p:cNvGrpSpPr/>
          <p:nvPr/>
        </p:nvGrpSpPr>
        <p:grpSpPr>
          <a:xfrm>
            <a:off x="3881645" y="3107128"/>
            <a:ext cx="118858" cy="643581"/>
            <a:chOff x="5994550" y="3527588"/>
            <a:chExt cx="229500" cy="1242675"/>
          </a:xfrm>
        </p:grpSpPr>
        <p:cxnSp>
          <p:nvCxnSpPr>
            <p:cNvPr id="2163" name="Google Shape;2163;p2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4" name="Google Shape;2164;p2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5" name="Google Shape;2165;p2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6" name="Google Shape;2166;p2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8" name="Google Shape;2168;p23"/>
          <p:cNvGrpSpPr/>
          <p:nvPr/>
        </p:nvGrpSpPr>
        <p:grpSpPr>
          <a:xfrm>
            <a:off x="4395637" y="3107128"/>
            <a:ext cx="118858" cy="643581"/>
            <a:chOff x="5994550" y="3527588"/>
            <a:chExt cx="229500" cy="1242675"/>
          </a:xfrm>
        </p:grpSpPr>
        <p:cxnSp>
          <p:nvCxnSpPr>
            <p:cNvPr id="2169" name="Google Shape;2169;p2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0" name="Google Shape;2170;p2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1" name="Google Shape;2171;p2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72" name="Google Shape;2172;p2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2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23"/>
          <p:cNvGrpSpPr/>
          <p:nvPr/>
        </p:nvGrpSpPr>
        <p:grpSpPr>
          <a:xfrm>
            <a:off x="4879279" y="3103256"/>
            <a:ext cx="118858" cy="643581"/>
            <a:chOff x="5994550" y="3527588"/>
            <a:chExt cx="229500" cy="1242675"/>
          </a:xfrm>
        </p:grpSpPr>
        <p:cxnSp>
          <p:nvCxnSpPr>
            <p:cNvPr id="2175" name="Google Shape;2175;p2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6" name="Google Shape;2176;p2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7" name="Google Shape;2177;p2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78" name="Google Shape;2178;p2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2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0" name="Google Shape;2180;p23"/>
          <p:cNvGrpSpPr/>
          <p:nvPr/>
        </p:nvGrpSpPr>
        <p:grpSpPr>
          <a:xfrm>
            <a:off x="5372931" y="3109873"/>
            <a:ext cx="118858" cy="643581"/>
            <a:chOff x="5994550" y="3527588"/>
            <a:chExt cx="229500" cy="1242675"/>
          </a:xfrm>
        </p:grpSpPr>
        <p:cxnSp>
          <p:nvCxnSpPr>
            <p:cNvPr id="2181" name="Google Shape;2181;p2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2" name="Google Shape;2182;p2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3" name="Google Shape;2183;p2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4" name="Google Shape;2184;p2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2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6" name="Google Shape;2186;p23"/>
          <p:cNvGrpSpPr/>
          <p:nvPr/>
        </p:nvGrpSpPr>
        <p:grpSpPr>
          <a:xfrm>
            <a:off x="5866582" y="3103256"/>
            <a:ext cx="118858" cy="643581"/>
            <a:chOff x="5994550" y="3527588"/>
            <a:chExt cx="229500" cy="1242675"/>
          </a:xfrm>
        </p:grpSpPr>
        <p:cxnSp>
          <p:nvCxnSpPr>
            <p:cNvPr id="2187" name="Google Shape;2187;p2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8" name="Google Shape;2188;p2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9" name="Google Shape;2189;p2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0" name="Google Shape;2190;p2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2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92" name="Google Shape;2192;p23"/>
          <p:cNvCxnSpPr/>
          <p:nvPr/>
        </p:nvCxnSpPr>
        <p:spPr>
          <a:xfrm rot="10800000">
            <a:off x="3474792" y="3753121"/>
            <a:ext cx="24990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3" name="Google Shape;2193;p23"/>
          <p:cNvCxnSpPr/>
          <p:nvPr/>
        </p:nvCxnSpPr>
        <p:spPr>
          <a:xfrm>
            <a:off x="3481713" y="3111100"/>
            <a:ext cx="0" cy="6432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4" name="Google Shape;2194;p23"/>
          <p:cNvSpPr/>
          <p:nvPr/>
        </p:nvSpPr>
        <p:spPr>
          <a:xfrm>
            <a:off x="5941424" y="372370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3"/>
          <p:cNvSpPr/>
          <p:nvPr/>
        </p:nvSpPr>
        <p:spPr>
          <a:xfrm>
            <a:off x="5445118" y="37337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3"/>
          <p:cNvSpPr/>
          <p:nvPr/>
        </p:nvSpPr>
        <p:spPr>
          <a:xfrm>
            <a:off x="4955151" y="373370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23"/>
          <p:cNvSpPr/>
          <p:nvPr/>
        </p:nvSpPr>
        <p:spPr>
          <a:xfrm>
            <a:off x="4470783" y="37310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23"/>
          <p:cNvSpPr/>
          <p:nvPr/>
        </p:nvSpPr>
        <p:spPr>
          <a:xfrm>
            <a:off x="3951541" y="3733717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23"/>
          <p:cNvSpPr txBox="1"/>
          <p:nvPr/>
        </p:nvSpPr>
        <p:spPr>
          <a:xfrm>
            <a:off x="3728115" y="3115106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23"/>
          <p:cNvSpPr txBox="1"/>
          <p:nvPr/>
        </p:nvSpPr>
        <p:spPr>
          <a:xfrm>
            <a:off x="4240276" y="3099862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23"/>
          <p:cNvSpPr txBox="1"/>
          <p:nvPr/>
        </p:nvSpPr>
        <p:spPr>
          <a:xfrm>
            <a:off x="4733143" y="3098327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23"/>
          <p:cNvSpPr txBox="1"/>
          <p:nvPr/>
        </p:nvSpPr>
        <p:spPr>
          <a:xfrm>
            <a:off x="5204861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23"/>
          <p:cNvSpPr txBox="1"/>
          <p:nvPr/>
        </p:nvSpPr>
        <p:spPr>
          <a:xfrm>
            <a:off x="5718850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23"/>
          <p:cNvSpPr txBox="1"/>
          <p:nvPr/>
        </p:nvSpPr>
        <p:spPr>
          <a:xfrm>
            <a:off x="2747814" y="3097323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5" name="Google Shape;2205;p23"/>
          <p:cNvCxnSpPr>
            <a:stCxn id="2147" idx="0"/>
          </p:cNvCxnSpPr>
          <p:nvPr/>
        </p:nvCxnSpPr>
        <p:spPr>
          <a:xfrm rot="10800000">
            <a:off x="4494275" y="1840202"/>
            <a:ext cx="0" cy="2121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6" name="Google Shape;2206;p23"/>
          <p:cNvSpPr/>
          <p:nvPr/>
        </p:nvSpPr>
        <p:spPr>
          <a:xfrm>
            <a:off x="4469573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23"/>
          <p:cNvSpPr txBox="1"/>
          <p:nvPr/>
        </p:nvSpPr>
        <p:spPr>
          <a:xfrm>
            <a:off x="4179073" y="1866089"/>
            <a:ext cx="299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8" name="Google Shape;2208;p23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795072" y="4593505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9" name="Google Shape;2209;p23"/>
          <p:cNvCxnSpPr/>
          <p:nvPr/>
        </p:nvCxnSpPr>
        <p:spPr>
          <a:xfrm rot="10800000">
            <a:off x="3863369" y="448825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0" name="Google Shape;2210;p23"/>
          <p:cNvCxnSpPr/>
          <p:nvPr/>
        </p:nvCxnSpPr>
        <p:spPr>
          <a:xfrm rot="10800000">
            <a:off x="38633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1" name="Google Shape;2211;p23"/>
          <p:cNvCxnSpPr/>
          <p:nvPr/>
        </p:nvCxnSpPr>
        <p:spPr>
          <a:xfrm rot="10800000">
            <a:off x="4261934" y="4488136"/>
            <a:ext cx="0" cy="516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2" name="Google Shape;2212;p23"/>
          <p:cNvCxnSpPr/>
          <p:nvPr/>
        </p:nvCxnSpPr>
        <p:spPr>
          <a:xfrm>
            <a:off x="3471875" y="5011075"/>
            <a:ext cx="23988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3" name="Google Shape;2213;p23"/>
          <p:cNvSpPr/>
          <p:nvPr/>
        </p:nvSpPr>
        <p:spPr>
          <a:xfrm>
            <a:off x="4233272" y="4983301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3"/>
          <p:cNvSpPr/>
          <p:nvPr/>
        </p:nvSpPr>
        <p:spPr>
          <a:xfrm>
            <a:off x="3834994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23"/>
          <p:cNvSpPr txBox="1"/>
          <p:nvPr/>
        </p:nvSpPr>
        <p:spPr>
          <a:xfrm>
            <a:off x="3904463" y="4483438"/>
            <a:ext cx="253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6" name="Google Shape;2216;p23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389147" y="4590580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7" name="Google Shape;2217;p23"/>
          <p:cNvCxnSpPr/>
          <p:nvPr/>
        </p:nvCxnSpPr>
        <p:spPr>
          <a:xfrm rot="10800000">
            <a:off x="3464819" y="448820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8" name="Google Shape;2218;p23"/>
          <p:cNvCxnSpPr/>
          <p:nvPr/>
        </p:nvCxnSpPr>
        <p:spPr>
          <a:xfrm rot="10800000">
            <a:off x="34586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9" name="Google Shape;2219;p23"/>
          <p:cNvSpPr/>
          <p:nvPr/>
        </p:nvSpPr>
        <p:spPr>
          <a:xfrm>
            <a:off x="3430182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23"/>
          <p:cNvSpPr txBox="1"/>
          <p:nvPr/>
        </p:nvSpPr>
        <p:spPr>
          <a:xfrm>
            <a:off x="3490675" y="4473525"/>
            <a:ext cx="253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23"/>
          <p:cNvSpPr txBox="1"/>
          <p:nvPr/>
        </p:nvSpPr>
        <p:spPr>
          <a:xfrm>
            <a:off x="5903100" y="48518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24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#15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24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0" name="Google Shape;2230;p24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RL5=CV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31" name="Google Shape;2231;p24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2" name="Google Shape;2232;p24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2233" name="Google Shape;2233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4" name="Google Shape;2234;p24"/>
            <p:cNvCxnSpPr>
              <a:stCxn id="2233" idx="0"/>
              <a:endCxn id="223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5" name="Google Shape;2235;p24"/>
            <p:cNvCxnSpPr>
              <a:stCxn id="2233" idx="2"/>
              <a:endCxn id="223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6" name="Google Shape;2236;p24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24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8" name="Google Shape;2238;p24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2239" name="Google Shape;2239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0" name="Google Shape;2240;p24"/>
            <p:cNvCxnSpPr>
              <a:stCxn id="2239" idx="0"/>
              <a:endCxn id="223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1" name="Google Shape;2241;p24"/>
            <p:cNvCxnSpPr>
              <a:stCxn id="2239" idx="2"/>
              <a:endCxn id="223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42" name="Google Shape;2242;p24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2243" name="Google Shape;2243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4" name="Google Shape;2244;p24"/>
            <p:cNvCxnSpPr>
              <a:stCxn id="2243" idx="0"/>
              <a:endCxn id="224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5" name="Google Shape;2245;p24"/>
            <p:cNvCxnSpPr>
              <a:stCxn id="2243" idx="2"/>
              <a:endCxn id="224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46" name="Google Shape;2246;p24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2247" name="Google Shape;2247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p24"/>
            <p:cNvCxnSpPr>
              <a:stCxn id="2247" idx="0"/>
              <a:endCxn id="224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9" name="Google Shape;2249;p24"/>
            <p:cNvCxnSpPr>
              <a:stCxn id="2247" idx="2"/>
              <a:endCxn id="224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50" name="Google Shape;2250;p24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2251" name="Google Shape;2251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2" name="Google Shape;2252;p24"/>
            <p:cNvCxnSpPr>
              <a:stCxn id="2251" idx="0"/>
              <a:endCxn id="225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3" name="Google Shape;2253;p24"/>
            <p:cNvCxnSpPr>
              <a:stCxn id="2251" idx="2"/>
              <a:endCxn id="225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54" name="Google Shape;2254;p24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2255" name="Google Shape;2255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6" name="Google Shape;2256;p24"/>
            <p:cNvCxnSpPr>
              <a:stCxn id="2255" idx="0"/>
              <a:endCxn id="22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7" name="Google Shape;2257;p24"/>
            <p:cNvCxnSpPr>
              <a:stCxn id="2255" idx="2"/>
              <a:endCxn id="22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58" name="Google Shape;2258;p24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2259" name="Google Shape;2259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0" name="Google Shape;2260;p24"/>
            <p:cNvCxnSpPr>
              <a:stCxn id="2259" idx="0"/>
              <a:endCxn id="225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1" name="Google Shape;2261;p24"/>
            <p:cNvCxnSpPr>
              <a:stCxn id="2259" idx="2"/>
              <a:endCxn id="225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62" name="Google Shape;2262;p24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2263" name="Google Shape;2263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4" name="Google Shape;2264;p24"/>
            <p:cNvCxnSpPr>
              <a:stCxn id="2263" idx="0"/>
              <a:endCxn id="226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5" name="Google Shape;2265;p24"/>
            <p:cNvCxnSpPr>
              <a:stCxn id="2263" idx="2"/>
              <a:endCxn id="226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66" name="Google Shape;2266;p24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2267" name="Google Shape;2267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8" name="Google Shape;2268;p24"/>
            <p:cNvCxnSpPr>
              <a:stCxn id="2267" idx="0"/>
              <a:endCxn id="226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9" name="Google Shape;2269;p24"/>
            <p:cNvCxnSpPr>
              <a:stCxn id="2267" idx="2"/>
              <a:endCxn id="226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0" name="Google Shape;2270;p24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2271" name="Google Shape;2271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2" name="Google Shape;2272;p24"/>
            <p:cNvCxnSpPr>
              <a:stCxn id="2271" idx="0"/>
              <a:endCxn id="227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3" name="Google Shape;2273;p24"/>
            <p:cNvCxnSpPr>
              <a:stCxn id="2271" idx="2"/>
              <a:endCxn id="227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4" name="Google Shape;2274;p24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2275" name="Google Shape;2275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6" name="Google Shape;2276;p24"/>
            <p:cNvCxnSpPr>
              <a:stCxn id="2275" idx="0"/>
              <a:endCxn id="227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7" name="Google Shape;2277;p24"/>
            <p:cNvCxnSpPr>
              <a:stCxn id="2275" idx="2"/>
              <a:endCxn id="227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8" name="Google Shape;2278;p24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2279" name="Google Shape;2279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0" name="Google Shape;2280;p24"/>
            <p:cNvCxnSpPr>
              <a:stCxn id="2279" idx="0"/>
              <a:endCxn id="227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1" name="Google Shape;2281;p24"/>
            <p:cNvCxnSpPr>
              <a:stCxn id="2279" idx="2"/>
              <a:endCxn id="227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82" name="Google Shape;2282;p24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2283" name="Google Shape;2283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4" name="Google Shape;2284;p24"/>
            <p:cNvCxnSpPr>
              <a:stCxn id="2283" idx="0"/>
              <a:endCxn id="228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5" name="Google Shape;2285;p24"/>
            <p:cNvCxnSpPr>
              <a:stCxn id="2283" idx="2"/>
              <a:endCxn id="228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86" name="Google Shape;2286;p24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2287" name="Google Shape;2287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8" name="Google Shape;2288;p24"/>
            <p:cNvCxnSpPr>
              <a:stCxn id="2287" idx="0"/>
              <a:endCxn id="228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9" name="Google Shape;2289;p24"/>
            <p:cNvCxnSpPr>
              <a:stCxn id="2287" idx="2"/>
              <a:endCxn id="228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90" name="Google Shape;2290;p24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2291" name="Google Shape;2291;p24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2" name="Google Shape;2292;p24"/>
            <p:cNvCxnSpPr>
              <a:stCxn id="2291" idx="0"/>
              <a:endCxn id="229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3" name="Google Shape;2293;p24"/>
            <p:cNvCxnSpPr>
              <a:stCxn id="2291" idx="2"/>
              <a:endCxn id="229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94" name="Google Shape;2294;p24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24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24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24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24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24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24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24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2" name="Google Shape;2302;p24"/>
          <p:cNvCxnSpPr/>
          <p:nvPr/>
        </p:nvCxnSpPr>
        <p:spPr>
          <a:xfrm>
            <a:off x="2133001" y="1679375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3" name="Google Shape;2303;p24"/>
          <p:cNvCxnSpPr/>
          <p:nvPr/>
        </p:nvCxnSpPr>
        <p:spPr>
          <a:xfrm>
            <a:off x="2133001" y="1878700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4" name="Google Shape;2304;p24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24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6" name="Google Shape;2306;p24"/>
          <p:cNvCxnSpPr>
            <a:endCxn id="2307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8" name="Google Shape;2308;p24"/>
          <p:cNvCxnSpPr>
            <a:endCxn id="2309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9" name="Google Shape;2309;p24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4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0" name="Google Shape;2310;p24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2311" name="Google Shape;2311;p2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2" name="Google Shape;2312;p2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3" name="Google Shape;2313;p2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14" name="Google Shape;2314;p2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6" name="Google Shape;2316;p24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2317" name="Google Shape;2317;p2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8" name="Google Shape;2318;p2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9" name="Google Shape;2319;p2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20" name="Google Shape;2320;p2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2" name="Google Shape;2322;p24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2323" name="Google Shape;2323;p2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4" name="Google Shape;2324;p2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5" name="Google Shape;2325;p2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26" name="Google Shape;2326;p2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8" name="Google Shape;2328;p24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2329" name="Google Shape;2329;p2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0" name="Google Shape;2330;p2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1" name="Google Shape;2331;p2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2" name="Google Shape;2332;p2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4" name="Google Shape;2334;p24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2335" name="Google Shape;2335;p24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6" name="Google Shape;2336;p24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7" name="Google Shape;2337;p24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8" name="Google Shape;2338;p24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4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40" name="Google Shape;2340;p24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1" name="Google Shape;2341;p24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2" name="Google Shape;2342;p24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24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24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24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24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24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24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24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24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24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24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3" name="Google Shape;2353;p24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736" y="4342323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2354" name="Google Shape;2354;p24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5" name="Google Shape;2355;p24"/>
          <p:cNvCxnSpPr>
            <a:endCxn id="2353" idx="0"/>
          </p:cNvCxnSpPr>
          <p:nvPr/>
        </p:nvCxnSpPr>
        <p:spPr>
          <a:xfrm flipH="1">
            <a:off x="2978242" y="4130823"/>
            <a:ext cx="300" cy="211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6" name="Google Shape;2356;p24"/>
          <p:cNvCxnSpPr/>
          <p:nvPr/>
        </p:nvCxnSpPr>
        <p:spPr>
          <a:xfrm>
            <a:off x="2978634" y="4778921"/>
            <a:ext cx="0" cy="1563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7" name="Google Shape;2357;p24"/>
          <p:cNvCxnSpPr/>
          <p:nvPr/>
        </p:nvCxnSpPr>
        <p:spPr>
          <a:xfrm rot="10800000">
            <a:off x="2991725" y="4935275"/>
            <a:ext cx="28536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8" name="Google Shape;2358;p24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9" name="Google Shape;2359;p24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4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1" name="Google Shape;2361;p24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319888" y="2013411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2" name="Google Shape;2362;p24"/>
          <p:cNvCxnSpPr/>
          <p:nvPr/>
        </p:nvCxnSpPr>
        <p:spPr>
          <a:xfrm rot="10800000">
            <a:off x="5388742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3" name="Google Shape;2363;p24"/>
          <p:cNvCxnSpPr/>
          <p:nvPr/>
        </p:nvCxnSpPr>
        <p:spPr>
          <a:xfrm rot="10800000">
            <a:off x="5389491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4" name="Google Shape;2364;p24"/>
          <p:cNvSpPr/>
          <p:nvPr/>
        </p:nvSpPr>
        <p:spPr>
          <a:xfrm>
            <a:off x="53628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24"/>
          <p:cNvSpPr txBox="1"/>
          <p:nvPr/>
        </p:nvSpPr>
        <p:spPr>
          <a:xfrm>
            <a:off x="5109063" y="2278800"/>
            <a:ext cx="250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6" name="Google Shape;2366;p24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819950" y="2013411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7" name="Google Shape;2367;p24"/>
          <p:cNvCxnSpPr/>
          <p:nvPr/>
        </p:nvCxnSpPr>
        <p:spPr>
          <a:xfrm rot="10800000">
            <a:off x="5888804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8" name="Google Shape;2368;p24"/>
          <p:cNvCxnSpPr/>
          <p:nvPr/>
        </p:nvCxnSpPr>
        <p:spPr>
          <a:xfrm rot="10800000">
            <a:off x="5889554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9" name="Google Shape;2369;p24"/>
          <p:cNvSpPr/>
          <p:nvPr/>
        </p:nvSpPr>
        <p:spPr>
          <a:xfrm>
            <a:off x="5862923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24"/>
          <p:cNvSpPr txBox="1"/>
          <p:nvPr/>
        </p:nvSpPr>
        <p:spPr>
          <a:xfrm>
            <a:off x="5609125" y="2278800"/>
            <a:ext cx="250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24"/>
          <p:cNvSpPr txBox="1"/>
          <p:nvPr/>
        </p:nvSpPr>
        <p:spPr>
          <a:xfrm>
            <a:off x="5877700" y="47883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25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#16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25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0" name="Google Shape;2380;p25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4T: Fan + 2 Valves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DAC2=CV, DAC3=Fan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81" name="Google Shape;2381;p25"/>
          <p:cNvSpPr/>
          <p:nvPr/>
        </p:nvSpPr>
        <p:spPr>
          <a:xfrm>
            <a:off x="2741888" y="3694957"/>
            <a:ext cx="3912600" cy="344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2" name="Google Shape;2382;p25"/>
          <p:cNvGrpSpPr/>
          <p:nvPr/>
        </p:nvGrpSpPr>
        <p:grpSpPr>
          <a:xfrm>
            <a:off x="3028706" y="3779124"/>
            <a:ext cx="183480" cy="176050"/>
            <a:chOff x="7021900" y="938575"/>
            <a:chExt cx="243600" cy="243600"/>
          </a:xfrm>
        </p:grpSpPr>
        <p:sp>
          <p:nvSpPr>
            <p:cNvPr id="2383" name="Google Shape;2383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4" name="Google Shape;2384;p25"/>
            <p:cNvCxnSpPr>
              <a:stCxn id="2383" idx="0"/>
              <a:endCxn id="238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5" name="Google Shape;2385;p25"/>
            <p:cNvCxnSpPr>
              <a:stCxn id="2383" idx="2"/>
              <a:endCxn id="238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86" name="Google Shape;2386;p25"/>
          <p:cNvSpPr/>
          <p:nvPr/>
        </p:nvSpPr>
        <p:spPr>
          <a:xfrm>
            <a:off x="2741890" y="2557256"/>
            <a:ext cx="3912600" cy="344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25"/>
          <p:cNvSpPr txBox="1"/>
          <p:nvPr/>
        </p:nvSpPr>
        <p:spPr>
          <a:xfrm>
            <a:off x="3370129" y="2910739"/>
            <a:ext cx="2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p25"/>
          <p:cNvGrpSpPr/>
          <p:nvPr/>
        </p:nvGrpSpPr>
        <p:grpSpPr>
          <a:xfrm>
            <a:off x="4644277" y="2641440"/>
            <a:ext cx="183480" cy="176050"/>
            <a:chOff x="7021900" y="938575"/>
            <a:chExt cx="243600" cy="243600"/>
          </a:xfrm>
        </p:grpSpPr>
        <p:sp>
          <p:nvSpPr>
            <p:cNvPr id="2389" name="Google Shape;2389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0" name="Google Shape;2390;p25"/>
            <p:cNvCxnSpPr>
              <a:stCxn id="2389" idx="0"/>
              <a:endCxn id="238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1" name="Google Shape;2391;p25"/>
            <p:cNvCxnSpPr>
              <a:stCxn id="2389" idx="2"/>
              <a:endCxn id="238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92" name="Google Shape;2392;p25"/>
          <p:cNvGrpSpPr/>
          <p:nvPr/>
        </p:nvGrpSpPr>
        <p:grpSpPr>
          <a:xfrm>
            <a:off x="4063331" y="2641440"/>
            <a:ext cx="183480" cy="176050"/>
            <a:chOff x="7021900" y="938575"/>
            <a:chExt cx="243600" cy="243600"/>
          </a:xfrm>
        </p:grpSpPr>
        <p:sp>
          <p:nvSpPr>
            <p:cNvPr id="2393" name="Google Shape;2393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4" name="Google Shape;2394;p25"/>
            <p:cNvCxnSpPr>
              <a:stCxn id="2393" idx="0"/>
              <a:endCxn id="239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5" name="Google Shape;2395;p25"/>
            <p:cNvCxnSpPr>
              <a:stCxn id="2393" idx="2"/>
              <a:endCxn id="239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96" name="Google Shape;2396;p25"/>
          <p:cNvGrpSpPr/>
          <p:nvPr/>
        </p:nvGrpSpPr>
        <p:grpSpPr>
          <a:xfrm>
            <a:off x="3497308" y="2641440"/>
            <a:ext cx="183480" cy="176050"/>
            <a:chOff x="7021900" y="938575"/>
            <a:chExt cx="243600" cy="243600"/>
          </a:xfrm>
        </p:grpSpPr>
        <p:sp>
          <p:nvSpPr>
            <p:cNvPr id="2397" name="Google Shape;2397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8" name="Google Shape;2398;p25"/>
            <p:cNvCxnSpPr>
              <a:stCxn id="2397" idx="0"/>
              <a:endCxn id="23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9" name="Google Shape;2399;p25"/>
            <p:cNvCxnSpPr>
              <a:stCxn id="2397" idx="2"/>
              <a:endCxn id="23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00" name="Google Shape;2400;p25"/>
          <p:cNvGrpSpPr/>
          <p:nvPr/>
        </p:nvGrpSpPr>
        <p:grpSpPr>
          <a:xfrm>
            <a:off x="2905960" y="2641440"/>
            <a:ext cx="183480" cy="176050"/>
            <a:chOff x="7021900" y="938575"/>
            <a:chExt cx="243600" cy="243600"/>
          </a:xfrm>
        </p:grpSpPr>
        <p:sp>
          <p:nvSpPr>
            <p:cNvPr id="2401" name="Google Shape;2401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2" name="Google Shape;2402;p25"/>
            <p:cNvCxnSpPr>
              <a:stCxn id="2401" idx="0"/>
              <a:endCxn id="240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3" name="Google Shape;2403;p25"/>
            <p:cNvCxnSpPr>
              <a:stCxn id="2401" idx="2"/>
              <a:endCxn id="240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04" name="Google Shape;2404;p25"/>
          <p:cNvGrpSpPr/>
          <p:nvPr/>
        </p:nvGrpSpPr>
        <p:grpSpPr>
          <a:xfrm>
            <a:off x="5190648" y="2641440"/>
            <a:ext cx="183480" cy="176050"/>
            <a:chOff x="7021900" y="938575"/>
            <a:chExt cx="243600" cy="243600"/>
          </a:xfrm>
        </p:grpSpPr>
        <p:sp>
          <p:nvSpPr>
            <p:cNvPr id="2405" name="Google Shape;2405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6" name="Google Shape;2406;p25"/>
            <p:cNvCxnSpPr>
              <a:stCxn id="2405" idx="0"/>
              <a:endCxn id="240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7" name="Google Shape;2407;p25"/>
            <p:cNvCxnSpPr>
              <a:stCxn id="2405" idx="2"/>
              <a:endCxn id="240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08" name="Google Shape;2408;p25"/>
          <p:cNvGrpSpPr/>
          <p:nvPr/>
        </p:nvGrpSpPr>
        <p:grpSpPr>
          <a:xfrm>
            <a:off x="5748393" y="2641440"/>
            <a:ext cx="183480" cy="176050"/>
            <a:chOff x="7021900" y="938575"/>
            <a:chExt cx="243600" cy="243600"/>
          </a:xfrm>
        </p:grpSpPr>
        <p:sp>
          <p:nvSpPr>
            <p:cNvPr id="2409" name="Google Shape;2409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0" name="Google Shape;2410;p25"/>
            <p:cNvCxnSpPr>
              <a:stCxn id="2409" idx="0"/>
              <a:endCxn id="24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1" name="Google Shape;2411;p25"/>
            <p:cNvCxnSpPr>
              <a:stCxn id="2409" idx="2"/>
              <a:endCxn id="24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12" name="Google Shape;2412;p25"/>
          <p:cNvGrpSpPr/>
          <p:nvPr/>
        </p:nvGrpSpPr>
        <p:grpSpPr>
          <a:xfrm>
            <a:off x="6306138" y="2641440"/>
            <a:ext cx="183480" cy="176050"/>
            <a:chOff x="7021900" y="938575"/>
            <a:chExt cx="243600" cy="243600"/>
          </a:xfrm>
        </p:grpSpPr>
        <p:sp>
          <p:nvSpPr>
            <p:cNvPr id="2413" name="Google Shape;2413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4" name="Google Shape;2414;p25"/>
            <p:cNvCxnSpPr>
              <a:stCxn id="2413" idx="0"/>
              <a:endCxn id="24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5" name="Google Shape;2415;p25"/>
            <p:cNvCxnSpPr>
              <a:stCxn id="2413" idx="2"/>
              <a:endCxn id="24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16" name="Google Shape;2416;p25"/>
          <p:cNvGrpSpPr/>
          <p:nvPr/>
        </p:nvGrpSpPr>
        <p:grpSpPr>
          <a:xfrm>
            <a:off x="4380716" y="3779124"/>
            <a:ext cx="183480" cy="176050"/>
            <a:chOff x="7021900" y="938575"/>
            <a:chExt cx="243600" cy="243600"/>
          </a:xfrm>
        </p:grpSpPr>
        <p:sp>
          <p:nvSpPr>
            <p:cNvPr id="2417" name="Google Shape;2417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8" name="Google Shape;2418;p25"/>
            <p:cNvCxnSpPr>
              <a:stCxn id="2417" idx="0"/>
              <a:endCxn id="241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9" name="Google Shape;2419;p25"/>
            <p:cNvCxnSpPr>
              <a:stCxn id="2417" idx="2"/>
              <a:endCxn id="241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20" name="Google Shape;2420;p25"/>
          <p:cNvGrpSpPr/>
          <p:nvPr/>
        </p:nvGrpSpPr>
        <p:grpSpPr>
          <a:xfrm>
            <a:off x="3930046" y="3779124"/>
            <a:ext cx="183480" cy="176050"/>
            <a:chOff x="7021900" y="938575"/>
            <a:chExt cx="243600" cy="243600"/>
          </a:xfrm>
        </p:grpSpPr>
        <p:sp>
          <p:nvSpPr>
            <p:cNvPr id="2421" name="Google Shape;2421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2" name="Google Shape;2422;p25"/>
            <p:cNvCxnSpPr>
              <a:stCxn id="2421" idx="0"/>
              <a:endCxn id="242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3" name="Google Shape;2423;p25"/>
            <p:cNvCxnSpPr>
              <a:stCxn id="2421" idx="2"/>
              <a:endCxn id="242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24" name="Google Shape;2424;p25"/>
          <p:cNvGrpSpPr/>
          <p:nvPr/>
        </p:nvGrpSpPr>
        <p:grpSpPr>
          <a:xfrm>
            <a:off x="3479376" y="3779124"/>
            <a:ext cx="183480" cy="176050"/>
            <a:chOff x="7021900" y="938575"/>
            <a:chExt cx="243600" cy="243600"/>
          </a:xfrm>
        </p:grpSpPr>
        <p:sp>
          <p:nvSpPr>
            <p:cNvPr id="2425" name="Google Shape;2425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6" name="Google Shape;2426;p25"/>
            <p:cNvCxnSpPr>
              <a:stCxn id="2425" idx="0"/>
              <a:endCxn id="242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7" name="Google Shape;2427;p25"/>
            <p:cNvCxnSpPr>
              <a:stCxn id="2425" idx="2"/>
              <a:endCxn id="242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28" name="Google Shape;2428;p25"/>
          <p:cNvGrpSpPr/>
          <p:nvPr/>
        </p:nvGrpSpPr>
        <p:grpSpPr>
          <a:xfrm>
            <a:off x="4831386" y="3779124"/>
            <a:ext cx="183480" cy="176050"/>
            <a:chOff x="7021900" y="938575"/>
            <a:chExt cx="243600" cy="243600"/>
          </a:xfrm>
        </p:grpSpPr>
        <p:sp>
          <p:nvSpPr>
            <p:cNvPr id="2429" name="Google Shape;2429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0" name="Google Shape;2430;p25"/>
            <p:cNvCxnSpPr>
              <a:stCxn id="2429" idx="0"/>
              <a:endCxn id="242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1" name="Google Shape;2431;p25"/>
            <p:cNvCxnSpPr>
              <a:stCxn id="2429" idx="2"/>
              <a:endCxn id="242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32" name="Google Shape;2432;p25"/>
          <p:cNvGrpSpPr/>
          <p:nvPr/>
        </p:nvGrpSpPr>
        <p:grpSpPr>
          <a:xfrm>
            <a:off x="5282056" y="3779124"/>
            <a:ext cx="183480" cy="176050"/>
            <a:chOff x="7021900" y="938575"/>
            <a:chExt cx="243600" cy="243600"/>
          </a:xfrm>
        </p:grpSpPr>
        <p:sp>
          <p:nvSpPr>
            <p:cNvPr id="2433" name="Google Shape;2433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4" name="Google Shape;2434;p25"/>
            <p:cNvCxnSpPr>
              <a:stCxn id="2433" idx="0"/>
              <a:endCxn id="243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5" name="Google Shape;2435;p25"/>
            <p:cNvCxnSpPr>
              <a:stCxn id="2433" idx="2"/>
              <a:endCxn id="243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36" name="Google Shape;2436;p25"/>
          <p:cNvGrpSpPr/>
          <p:nvPr/>
        </p:nvGrpSpPr>
        <p:grpSpPr>
          <a:xfrm>
            <a:off x="5732726" y="3779124"/>
            <a:ext cx="183480" cy="176050"/>
            <a:chOff x="7021900" y="938575"/>
            <a:chExt cx="243600" cy="243600"/>
          </a:xfrm>
        </p:grpSpPr>
        <p:sp>
          <p:nvSpPr>
            <p:cNvPr id="2437" name="Google Shape;2437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8" name="Google Shape;2438;p25"/>
            <p:cNvCxnSpPr>
              <a:stCxn id="2437" idx="0"/>
              <a:endCxn id="243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9" name="Google Shape;2439;p25"/>
            <p:cNvCxnSpPr>
              <a:stCxn id="2437" idx="2"/>
              <a:endCxn id="243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40" name="Google Shape;2440;p25"/>
          <p:cNvGrpSpPr/>
          <p:nvPr/>
        </p:nvGrpSpPr>
        <p:grpSpPr>
          <a:xfrm>
            <a:off x="6183396" y="3779124"/>
            <a:ext cx="183480" cy="176050"/>
            <a:chOff x="7021900" y="938575"/>
            <a:chExt cx="243600" cy="243600"/>
          </a:xfrm>
        </p:grpSpPr>
        <p:sp>
          <p:nvSpPr>
            <p:cNvPr id="2441" name="Google Shape;2441;p25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75" lIns="53475" spcFirstLastPara="1" rIns="53475" wrap="square" tIns="53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9"/>
                <a:buFont typeface="Arial"/>
                <a:buNone/>
              </a:pPr>
              <a:r>
                <a:t/>
              </a:r>
              <a:endParaRPr b="0" i="0" sz="8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2" name="Google Shape;2442;p25"/>
            <p:cNvCxnSpPr>
              <a:stCxn id="2441" idx="0"/>
              <a:endCxn id="244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3" name="Google Shape;2443;p25"/>
            <p:cNvCxnSpPr>
              <a:stCxn id="2441" idx="2"/>
              <a:endCxn id="244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44" name="Google Shape;2444;p25"/>
          <p:cNvSpPr txBox="1"/>
          <p:nvPr/>
        </p:nvSpPr>
        <p:spPr>
          <a:xfrm>
            <a:off x="284444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25"/>
          <p:cNvSpPr txBox="1"/>
          <p:nvPr/>
        </p:nvSpPr>
        <p:spPr>
          <a:xfrm>
            <a:off x="329511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25"/>
          <p:cNvSpPr txBox="1"/>
          <p:nvPr/>
        </p:nvSpPr>
        <p:spPr>
          <a:xfrm>
            <a:off x="374578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25"/>
          <p:cNvSpPr txBox="1"/>
          <p:nvPr/>
        </p:nvSpPr>
        <p:spPr>
          <a:xfrm>
            <a:off x="419645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25"/>
          <p:cNvSpPr txBox="1"/>
          <p:nvPr/>
        </p:nvSpPr>
        <p:spPr>
          <a:xfrm>
            <a:off x="464712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25"/>
          <p:cNvSpPr txBox="1"/>
          <p:nvPr/>
        </p:nvSpPr>
        <p:spPr>
          <a:xfrm>
            <a:off x="509779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25"/>
          <p:cNvSpPr txBox="1"/>
          <p:nvPr/>
        </p:nvSpPr>
        <p:spPr>
          <a:xfrm>
            <a:off x="554846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25"/>
          <p:cNvSpPr txBox="1"/>
          <p:nvPr/>
        </p:nvSpPr>
        <p:spPr>
          <a:xfrm>
            <a:off x="5999133" y="3459458"/>
            <a:ext cx="552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2" name="Google Shape;2452;p25"/>
          <p:cNvCxnSpPr/>
          <p:nvPr/>
        </p:nvCxnSpPr>
        <p:spPr>
          <a:xfrm>
            <a:off x="2167124" y="1696075"/>
            <a:ext cx="4322400" cy="0"/>
          </a:xfrm>
          <a:prstGeom prst="straightConnector1">
            <a:avLst/>
          </a:prstGeom>
          <a:noFill/>
          <a:ln cap="flat" cmpd="sng" w="16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3" name="Google Shape;2453;p25"/>
          <p:cNvCxnSpPr/>
          <p:nvPr/>
        </p:nvCxnSpPr>
        <p:spPr>
          <a:xfrm>
            <a:off x="2167124" y="1920950"/>
            <a:ext cx="4322400" cy="0"/>
          </a:xfrm>
          <a:prstGeom prst="straightConnector1">
            <a:avLst/>
          </a:prstGeom>
          <a:noFill/>
          <a:ln cap="flat" cmpd="sng" w="16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4" name="Google Shape;2454;p25"/>
          <p:cNvSpPr txBox="1"/>
          <p:nvPr/>
        </p:nvSpPr>
        <p:spPr>
          <a:xfrm>
            <a:off x="1867100" y="1774268"/>
            <a:ext cx="3360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25"/>
          <p:cNvSpPr txBox="1"/>
          <p:nvPr/>
        </p:nvSpPr>
        <p:spPr>
          <a:xfrm>
            <a:off x="1867100" y="1549375"/>
            <a:ext cx="3360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6" name="Google Shape;2456;p25"/>
          <p:cNvCxnSpPr>
            <a:endCxn id="2457" idx="0"/>
          </p:cNvCxnSpPr>
          <p:nvPr/>
        </p:nvCxnSpPr>
        <p:spPr>
          <a:xfrm rot="10800000">
            <a:off x="2997591" y="1894068"/>
            <a:ext cx="0" cy="660600"/>
          </a:xfrm>
          <a:prstGeom prst="straightConnector1">
            <a:avLst/>
          </a:prstGeom>
          <a:noFill/>
          <a:ln cap="flat" cmpd="sng" w="16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8" name="Google Shape;2458;p25"/>
          <p:cNvCxnSpPr>
            <a:endCxn id="2459" idx="4"/>
          </p:cNvCxnSpPr>
          <p:nvPr/>
        </p:nvCxnSpPr>
        <p:spPr>
          <a:xfrm rot="10800000">
            <a:off x="3589250" y="1722575"/>
            <a:ext cx="0" cy="831300"/>
          </a:xfrm>
          <a:prstGeom prst="straightConnector1">
            <a:avLst/>
          </a:prstGeom>
          <a:noFill/>
          <a:ln cap="flat" cmpd="sng" w="16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9" name="Google Shape;2459;p25"/>
          <p:cNvSpPr/>
          <p:nvPr/>
        </p:nvSpPr>
        <p:spPr>
          <a:xfrm>
            <a:off x="3561500" y="1669175"/>
            <a:ext cx="55500" cy="53400"/>
          </a:xfrm>
          <a:prstGeom prst="ellipse">
            <a:avLst/>
          </a:prstGeom>
          <a:solidFill>
            <a:srgbClr val="C0392B"/>
          </a:solidFill>
          <a:ln cap="flat" cmpd="sng" w="5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25"/>
          <p:cNvSpPr/>
          <p:nvPr/>
        </p:nvSpPr>
        <p:spPr>
          <a:xfrm>
            <a:off x="2969841" y="1894068"/>
            <a:ext cx="55500" cy="53400"/>
          </a:xfrm>
          <a:prstGeom prst="ellipse">
            <a:avLst/>
          </a:prstGeom>
          <a:solidFill>
            <a:srgbClr val="2980B9"/>
          </a:solidFill>
          <a:ln cap="flat" cmpd="sng" w="5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25"/>
          <p:cNvSpPr txBox="1"/>
          <p:nvPr/>
        </p:nvSpPr>
        <p:spPr>
          <a:xfrm>
            <a:off x="3853009" y="2910728"/>
            <a:ext cx="302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25"/>
          <p:cNvSpPr txBox="1"/>
          <p:nvPr/>
        </p:nvSpPr>
        <p:spPr>
          <a:xfrm>
            <a:off x="4431675" y="2893522"/>
            <a:ext cx="302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25"/>
          <p:cNvSpPr txBox="1"/>
          <p:nvPr/>
        </p:nvSpPr>
        <p:spPr>
          <a:xfrm>
            <a:off x="4988567" y="2891773"/>
            <a:ext cx="302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25"/>
          <p:cNvSpPr txBox="1"/>
          <p:nvPr/>
        </p:nvSpPr>
        <p:spPr>
          <a:xfrm>
            <a:off x="5521565" y="2890644"/>
            <a:ext cx="302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25"/>
          <p:cNvSpPr txBox="1"/>
          <p:nvPr/>
        </p:nvSpPr>
        <p:spPr>
          <a:xfrm>
            <a:off x="6102317" y="2890644"/>
            <a:ext cx="302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25"/>
          <p:cNvSpPr txBox="1"/>
          <p:nvPr/>
        </p:nvSpPr>
        <p:spPr>
          <a:xfrm>
            <a:off x="2761704" y="2890652"/>
            <a:ext cx="2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6" name="Google Shape;2466;p25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087" y="4211066"/>
            <a:ext cx="513379" cy="4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67" name="Google Shape;2467;p25"/>
          <p:cNvSpPr txBox="1"/>
          <p:nvPr/>
        </p:nvSpPr>
        <p:spPr>
          <a:xfrm>
            <a:off x="2411703" y="4353783"/>
            <a:ext cx="452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325" lIns="54325" spcFirstLastPara="1" rIns="54325" wrap="square" tIns="5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2"/>
              <a:buFont typeface="Arial"/>
              <a:buNone/>
            </a:pPr>
            <a:r>
              <a:rPr i="0" lang="en-US" sz="83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2"/>
              <a:buFont typeface="Arial"/>
              <a:buNone/>
            </a:pPr>
            <a:r>
              <a:rPr i="0" lang="en-US" sz="83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8" name="Google Shape;2468;p25"/>
          <p:cNvCxnSpPr>
            <a:endCxn id="2466" idx="0"/>
          </p:cNvCxnSpPr>
          <p:nvPr/>
        </p:nvCxnSpPr>
        <p:spPr>
          <a:xfrm>
            <a:off x="3120776" y="4046366"/>
            <a:ext cx="0" cy="1647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9" name="Google Shape;2469;p25"/>
          <p:cNvCxnSpPr>
            <a:stCxn id="2466" idx="2"/>
          </p:cNvCxnSpPr>
          <p:nvPr/>
        </p:nvCxnSpPr>
        <p:spPr>
          <a:xfrm>
            <a:off x="3120776" y="4703674"/>
            <a:ext cx="300" cy="2523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0" name="Google Shape;2470;p25"/>
          <p:cNvCxnSpPr/>
          <p:nvPr/>
        </p:nvCxnSpPr>
        <p:spPr>
          <a:xfrm rot="10800000">
            <a:off x="3135875" y="4955850"/>
            <a:ext cx="3223800" cy="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1" name="Google Shape;2471;p25"/>
          <p:cNvCxnSpPr/>
          <p:nvPr/>
        </p:nvCxnSpPr>
        <p:spPr>
          <a:xfrm>
            <a:off x="4473048" y="4033480"/>
            <a:ext cx="0" cy="9246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2" name="Google Shape;2472;p25"/>
          <p:cNvSpPr/>
          <p:nvPr/>
        </p:nvSpPr>
        <p:spPr>
          <a:xfrm>
            <a:off x="4447968" y="4922496"/>
            <a:ext cx="55500" cy="53400"/>
          </a:xfrm>
          <a:prstGeom prst="ellipse">
            <a:avLst/>
          </a:prstGeom>
          <a:solidFill>
            <a:srgbClr val="27AE60"/>
          </a:solidFill>
          <a:ln cap="flat" cmpd="sng" w="5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5"/>
          <p:cNvSpPr/>
          <p:nvPr/>
        </p:nvSpPr>
        <p:spPr>
          <a:xfrm>
            <a:off x="3098223" y="4928120"/>
            <a:ext cx="55500" cy="53400"/>
          </a:xfrm>
          <a:prstGeom prst="ellipse">
            <a:avLst/>
          </a:prstGeom>
          <a:solidFill>
            <a:srgbClr val="27AE60"/>
          </a:solidFill>
          <a:ln cap="flat" cmpd="sng" w="5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4" name="Google Shape;2474;p25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950225" y="4280711"/>
            <a:ext cx="318908" cy="332362"/>
          </a:xfrm>
          <a:prstGeom prst="rect">
            <a:avLst/>
          </a:prstGeom>
          <a:noFill/>
          <a:ln>
            <a:noFill/>
          </a:ln>
        </p:spPr>
      </p:pic>
      <p:sp>
        <p:nvSpPr>
          <p:cNvPr id="2475" name="Google Shape;2475;p25"/>
          <p:cNvSpPr txBox="1"/>
          <p:nvPr/>
        </p:nvSpPr>
        <p:spPr>
          <a:xfrm>
            <a:off x="4019882" y="4067129"/>
            <a:ext cx="281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775" lIns="61775" spcFirstLastPara="1" rIns="61775" wrap="square" tIns="6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1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6" name="Google Shape;2476;p25"/>
          <p:cNvCxnSpPr/>
          <p:nvPr/>
        </p:nvCxnSpPr>
        <p:spPr>
          <a:xfrm>
            <a:off x="4019890" y="4048232"/>
            <a:ext cx="0" cy="2451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7" name="Google Shape;2477;p25"/>
          <p:cNvCxnSpPr/>
          <p:nvPr/>
        </p:nvCxnSpPr>
        <p:spPr>
          <a:xfrm>
            <a:off x="4019882" y="4605106"/>
            <a:ext cx="0" cy="3492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8" name="Google Shape;2478;p25"/>
          <p:cNvSpPr/>
          <p:nvPr/>
        </p:nvSpPr>
        <p:spPr>
          <a:xfrm>
            <a:off x="3991227" y="4927869"/>
            <a:ext cx="55500" cy="53400"/>
          </a:xfrm>
          <a:prstGeom prst="ellipse">
            <a:avLst/>
          </a:prstGeom>
          <a:solidFill>
            <a:srgbClr val="27AE60"/>
          </a:solidFill>
          <a:ln cap="flat" cmpd="sng" w="5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9" name="Google Shape;2479;p25" title="robine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3509604" y="4280711"/>
            <a:ext cx="318908" cy="332362"/>
          </a:xfrm>
          <a:prstGeom prst="rect">
            <a:avLst/>
          </a:prstGeom>
          <a:noFill/>
          <a:ln>
            <a:noFill/>
          </a:ln>
        </p:spPr>
      </p:pic>
      <p:sp>
        <p:nvSpPr>
          <p:cNvPr id="2480" name="Google Shape;2480;p25"/>
          <p:cNvSpPr txBox="1"/>
          <p:nvPr/>
        </p:nvSpPr>
        <p:spPr>
          <a:xfrm>
            <a:off x="3579261" y="4067129"/>
            <a:ext cx="281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775" lIns="61775" spcFirstLastPara="1" rIns="61775" wrap="square" tIns="61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1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1" name="Google Shape;2481;p25"/>
          <p:cNvCxnSpPr/>
          <p:nvPr/>
        </p:nvCxnSpPr>
        <p:spPr>
          <a:xfrm>
            <a:off x="3579269" y="4048232"/>
            <a:ext cx="0" cy="2451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2" name="Google Shape;2482;p25"/>
          <p:cNvCxnSpPr/>
          <p:nvPr/>
        </p:nvCxnSpPr>
        <p:spPr>
          <a:xfrm>
            <a:off x="3579261" y="4605106"/>
            <a:ext cx="0" cy="349200"/>
          </a:xfrm>
          <a:prstGeom prst="straightConnector1">
            <a:avLst/>
          </a:prstGeom>
          <a:noFill/>
          <a:ln cap="flat" cmpd="sng" w="16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3" name="Google Shape;2483;p25"/>
          <p:cNvSpPr/>
          <p:nvPr/>
        </p:nvSpPr>
        <p:spPr>
          <a:xfrm>
            <a:off x="3550607" y="4927869"/>
            <a:ext cx="55500" cy="53400"/>
          </a:xfrm>
          <a:prstGeom prst="ellipse">
            <a:avLst/>
          </a:prstGeom>
          <a:solidFill>
            <a:srgbClr val="27AE60"/>
          </a:solidFill>
          <a:ln cap="flat" cmpd="sng" w="5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475" lIns="53475" spcFirstLastPara="1" rIns="53475" wrap="square" tIns="5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9"/>
              <a:buFont typeface="Arial"/>
              <a:buNone/>
            </a:pPr>
            <a:r>
              <a:t/>
            </a:r>
            <a:endParaRPr b="0" i="0" sz="8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25"/>
          <p:cNvSpPr txBox="1"/>
          <p:nvPr/>
        </p:nvSpPr>
        <p:spPr>
          <a:xfrm>
            <a:off x="6426125" y="48070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26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#17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26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3" name="Google Shape;2493;p26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94725"/>
                <a:gridCol w="1219225"/>
                <a:gridCol w="1528800"/>
                <a:gridCol w="1569300"/>
                <a:gridCol w="1643625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3-speed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L1=FH, RL2=FM, RL3=FL, DAC1=HV, DAC2=CV, 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94" name="Google Shape;2494;p26"/>
          <p:cNvSpPr/>
          <p:nvPr/>
        </p:nvSpPr>
        <p:spPr>
          <a:xfrm>
            <a:off x="2730276" y="4175366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5" name="Google Shape;2495;p26"/>
          <p:cNvGrpSpPr/>
          <p:nvPr/>
        </p:nvGrpSpPr>
        <p:grpSpPr>
          <a:xfrm>
            <a:off x="2984016" y="4249834"/>
            <a:ext cx="162384" cy="155807"/>
            <a:chOff x="7021900" y="938575"/>
            <a:chExt cx="243600" cy="243600"/>
          </a:xfrm>
        </p:grpSpPr>
        <p:sp>
          <p:nvSpPr>
            <p:cNvPr id="2496" name="Google Shape;2496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7" name="Google Shape;2497;p26"/>
            <p:cNvCxnSpPr>
              <a:stCxn id="2496" idx="0"/>
              <a:endCxn id="249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8" name="Google Shape;2498;p26"/>
            <p:cNvCxnSpPr>
              <a:stCxn id="2496" idx="2"/>
              <a:endCxn id="249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99" name="Google Shape;2499;p26"/>
          <p:cNvSpPr/>
          <p:nvPr/>
        </p:nvSpPr>
        <p:spPr>
          <a:xfrm>
            <a:off x="2730277" y="2802251"/>
            <a:ext cx="3462900" cy="305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26"/>
          <p:cNvSpPr txBox="1"/>
          <p:nvPr/>
        </p:nvSpPr>
        <p:spPr>
          <a:xfrm>
            <a:off x="3286297" y="3115100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1" name="Google Shape;2501;p26"/>
          <p:cNvGrpSpPr/>
          <p:nvPr/>
        </p:nvGrpSpPr>
        <p:grpSpPr>
          <a:xfrm>
            <a:off x="4413867" y="2876733"/>
            <a:ext cx="162384" cy="155807"/>
            <a:chOff x="7021900" y="938575"/>
            <a:chExt cx="243600" cy="243600"/>
          </a:xfrm>
        </p:grpSpPr>
        <p:sp>
          <p:nvSpPr>
            <p:cNvPr id="2502" name="Google Shape;2502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3" name="Google Shape;2503;p26"/>
            <p:cNvCxnSpPr>
              <a:stCxn id="2502" idx="0"/>
              <a:endCxn id="250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4" name="Google Shape;2504;p26"/>
            <p:cNvCxnSpPr>
              <a:stCxn id="2502" idx="2"/>
              <a:endCxn id="250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05" name="Google Shape;2505;p26"/>
          <p:cNvGrpSpPr/>
          <p:nvPr/>
        </p:nvGrpSpPr>
        <p:grpSpPr>
          <a:xfrm>
            <a:off x="3899705" y="2876733"/>
            <a:ext cx="162384" cy="155807"/>
            <a:chOff x="7021900" y="938575"/>
            <a:chExt cx="243600" cy="243600"/>
          </a:xfrm>
        </p:grpSpPr>
        <p:sp>
          <p:nvSpPr>
            <p:cNvPr id="2506" name="Google Shape;2506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7" name="Google Shape;2507;p26"/>
            <p:cNvCxnSpPr>
              <a:stCxn id="2506" idx="0"/>
              <a:endCxn id="250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8" name="Google Shape;2508;p26"/>
            <p:cNvCxnSpPr>
              <a:stCxn id="2506" idx="2"/>
              <a:endCxn id="250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09" name="Google Shape;2509;p26"/>
          <p:cNvGrpSpPr/>
          <p:nvPr/>
        </p:nvGrpSpPr>
        <p:grpSpPr>
          <a:xfrm>
            <a:off x="3398749" y="2876733"/>
            <a:ext cx="162384" cy="155807"/>
            <a:chOff x="7021900" y="938575"/>
            <a:chExt cx="243600" cy="243600"/>
          </a:xfrm>
        </p:grpSpPr>
        <p:sp>
          <p:nvSpPr>
            <p:cNvPr id="2510" name="Google Shape;2510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1" name="Google Shape;2511;p26"/>
            <p:cNvCxnSpPr>
              <a:stCxn id="2510" idx="0"/>
              <a:endCxn id="251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2" name="Google Shape;2512;p26"/>
            <p:cNvCxnSpPr>
              <a:stCxn id="2510" idx="2"/>
              <a:endCxn id="251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13" name="Google Shape;2513;p26"/>
          <p:cNvGrpSpPr/>
          <p:nvPr/>
        </p:nvGrpSpPr>
        <p:grpSpPr>
          <a:xfrm>
            <a:off x="2875381" y="2876733"/>
            <a:ext cx="162384" cy="155807"/>
            <a:chOff x="7021900" y="938575"/>
            <a:chExt cx="243600" cy="243600"/>
          </a:xfrm>
        </p:grpSpPr>
        <p:sp>
          <p:nvSpPr>
            <p:cNvPr id="2514" name="Google Shape;2514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5" name="Google Shape;2515;p26"/>
            <p:cNvCxnSpPr>
              <a:stCxn id="2514" idx="0"/>
              <a:endCxn id="251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6" name="Google Shape;2516;p26"/>
            <p:cNvCxnSpPr>
              <a:stCxn id="2514" idx="2"/>
              <a:endCxn id="251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17" name="Google Shape;2517;p26"/>
          <p:cNvGrpSpPr/>
          <p:nvPr/>
        </p:nvGrpSpPr>
        <p:grpSpPr>
          <a:xfrm>
            <a:off x="4897430" y="2876733"/>
            <a:ext cx="162384" cy="155807"/>
            <a:chOff x="7021900" y="938575"/>
            <a:chExt cx="243600" cy="243600"/>
          </a:xfrm>
        </p:grpSpPr>
        <p:sp>
          <p:nvSpPr>
            <p:cNvPr id="2518" name="Google Shape;2518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9" name="Google Shape;2519;p26"/>
            <p:cNvCxnSpPr>
              <a:stCxn id="2518" idx="0"/>
              <a:endCxn id="251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0" name="Google Shape;2520;p26"/>
            <p:cNvCxnSpPr>
              <a:stCxn id="2518" idx="2"/>
              <a:endCxn id="251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21" name="Google Shape;2521;p26"/>
          <p:cNvGrpSpPr/>
          <p:nvPr/>
        </p:nvGrpSpPr>
        <p:grpSpPr>
          <a:xfrm>
            <a:off x="5391059" y="2876733"/>
            <a:ext cx="162384" cy="155807"/>
            <a:chOff x="7021900" y="938575"/>
            <a:chExt cx="243600" cy="243600"/>
          </a:xfrm>
        </p:grpSpPr>
        <p:sp>
          <p:nvSpPr>
            <p:cNvPr id="2522" name="Google Shape;2522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3" name="Google Shape;2523;p26"/>
            <p:cNvCxnSpPr>
              <a:stCxn id="2522" idx="0"/>
              <a:endCxn id="25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4" name="Google Shape;2524;p26"/>
            <p:cNvCxnSpPr>
              <a:stCxn id="2522" idx="2"/>
              <a:endCxn id="25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25" name="Google Shape;2525;p26"/>
          <p:cNvGrpSpPr/>
          <p:nvPr/>
        </p:nvGrpSpPr>
        <p:grpSpPr>
          <a:xfrm>
            <a:off x="5884688" y="2876733"/>
            <a:ext cx="162384" cy="155807"/>
            <a:chOff x="7021900" y="938575"/>
            <a:chExt cx="243600" cy="243600"/>
          </a:xfrm>
        </p:grpSpPr>
        <p:sp>
          <p:nvSpPr>
            <p:cNvPr id="2526" name="Google Shape;2526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7" name="Google Shape;2527;p26"/>
            <p:cNvCxnSpPr>
              <a:stCxn id="2526" idx="0"/>
              <a:endCxn id="25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8" name="Google Shape;2528;p26"/>
            <p:cNvCxnSpPr>
              <a:stCxn id="2526" idx="2"/>
              <a:endCxn id="25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29" name="Google Shape;2529;p26"/>
          <p:cNvGrpSpPr/>
          <p:nvPr/>
        </p:nvGrpSpPr>
        <p:grpSpPr>
          <a:xfrm>
            <a:off x="4180605" y="4249834"/>
            <a:ext cx="162384" cy="155807"/>
            <a:chOff x="7021900" y="938575"/>
            <a:chExt cx="243600" cy="243600"/>
          </a:xfrm>
        </p:grpSpPr>
        <p:sp>
          <p:nvSpPr>
            <p:cNvPr id="2530" name="Google Shape;2530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1" name="Google Shape;2531;p26"/>
            <p:cNvCxnSpPr>
              <a:stCxn id="2530" idx="0"/>
              <a:endCxn id="25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2" name="Google Shape;2532;p26"/>
            <p:cNvCxnSpPr>
              <a:stCxn id="2530" idx="2"/>
              <a:endCxn id="25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33" name="Google Shape;2533;p26"/>
          <p:cNvGrpSpPr/>
          <p:nvPr/>
        </p:nvGrpSpPr>
        <p:grpSpPr>
          <a:xfrm>
            <a:off x="3781742" y="4249834"/>
            <a:ext cx="162384" cy="155807"/>
            <a:chOff x="7021900" y="938575"/>
            <a:chExt cx="243600" cy="243600"/>
          </a:xfrm>
        </p:grpSpPr>
        <p:sp>
          <p:nvSpPr>
            <p:cNvPr id="2534" name="Google Shape;2534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5" name="Google Shape;2535;p26"/>
            <p:cNvCxnSpPr>
              <a:stCxn id="2534" idx="0"/>
              <a:endCxn id="25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6" name="Google Shape;2536;p26"/>
            <p:cNvCxnSpPr>
              <a:stCxn id="2534" idx="2"/>
              <a:endCxn id="25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37" name="Google Shape;2537;p26"/>
          <p:cNvGrpSpPr/>
          <p:nvPr/>
        </p:nvGrpSpPr>
        <p:grpSpPr>
          <a:xfrm>
            <a:off x="3382879" y="4249834"/>
            <a:ext cx="162384" cy="155807"/>
            <a:chOff x="7021900" y="938575"/>
            <a:chExt cx="243600" cy="243600"/>
          </a:xfrm>
        </p:grpSpPr>
        <p:sp>
          <p:nvSpPr>
            <p:cNvPr id="2538" name="Google Shape;2538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9" name="Google Shape;2539;p26"/>
            <p:cNvCxnSpPr>
              <a:stCxn id="2538" idx="0"/>
              <a:endCxn id="253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0" name="Google Shape;2540;p26"/>
            <p:cNvCxnSpPr>
              <a:stCxn id="2538" idx="2"/>
              <a:endCxn id="253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41" name="Google Shape;2541;p26"/>
          <p:cNvGrpSpPr/>
          <p:nvPr/>
        </p:nvGrpSpPr>
        <p:grpSpPr>
          <a:xfrm>
            <a:off x="4579468" y="4249834"/>
            <a:ext cx="162384" cy="155807"/>
            <a:chOff x="7021900" y="938575"/>
            <a:chExt cx="243600" cy="243600"/>
          </a:xfrm>
        </p:grpSpPr>
        <p:sp>
          <p:nvSpPr>
            <p:cNvPr id="2542" name="Google Shape;2542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3" name="Google Shape;2543;p26"/>
            <p:cNvCxnSpPr>
              <a:stCxn id="2542" idx="0"/>
              <a:endCxn id="254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4" name="Google Shape;2544;p26"/>
            <p:cNvCxnSpPr>
              <a:stCxn id="2542" idx="2"/>
              <a:endCxn id="254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45" name="Google Shape;2545;p26"/>
          <p:cNvGrpSpPr/>
          <p:nvPr/>
        </p:nvGrpSpPr>
        <p:grpSpPr>
          <a:xfrm>
            <a:off x="4978330" y="4249834"/>
            <a:ext cx="162384" cy="155807"/>
            <a:chOff x="7021900" y="938575"/>
            <a:chExt cx="243600" cy="243600"/>
          </a:xfrm>
        </p:grpSpPr>
        <p:sp>
          <p:nvSpPr>
            <p:cNvPr id="2546" name="Google Shape;2546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7" name="Google Shape;2547;p26"/>
            <p:cNvCxnSpPr>
              <a:stCxn id="2546" idx="0"/>
              <a:endCxn id="254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8" name="Google Shape;2548;p26"/>
            <p:cNvCxnSpPr>
              <a:stCxn id="2546" idx="2"/>
              <a:endCxn id="254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49" name="Google Shape;2549;p26"/>
          <p:cNvGrpSpPr/>
          <p:nvPr/>
        </p:nvGrpSpPr>
        <p:grpSpPr>
          <a:xfrm>
            <a:off x="5377193" y="4249834"/>
            <a:ext cx="162384" cy="155807"/>
            <a:chOff x="7021900" y="938575"/>
            <a:chExt cx="243600" cy="243600"/>
          </a:xfrm>
        </p:grpSpPr>
        <p:sp>
          <p:nvSpPr>
            <p:cNvPr id="2550" name="Google Shape;2550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1" name="Google Shape;2551;p26"/>
            <p:cNvCxnSpPr>
              <a:stCxn id="2550" idx="0"/>
              <a:endCxn id="255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2" name="Google Shape;2552;p26"/>
            <p:cNvCxnSpPr>
              <a:stCxn id="2550" idx="2"/>
              <a:endCxn id="255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53" name="Google Shape;2553;p26"/>
          <p:cNvGrpSpPr/>
          <p:nvPr/>
        </p:nvGrpSpPr>
        <p:grpSpPr>
          <a:xfrm>
            <a:off x="5776056" y="4249834"/>
            <a:ext cx="162384" cy="155807"/>
            <a:chOff x="7021900" y="938575"/>
            <a:chExt cx="243600" cy="243600"/>
          </a:xfrm>
        </p:grpSpPr>
        <p:sp>
          <p:nvSpPr>
            <p:cNvPr id="2554" name="Google Shape;2554;p26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5" name="Google Shape;2555;p26"/>
            <p:cNvCxnSpPr>
              <a:stCxn id="2554" idx="0"/>
              <a:endCxn id="255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6" name="Google Shape;2556;p26"/>
            <p:cNvCxnSpPr>
              <a:stCxn id="2554" idx="2"/>
              <a:endCxn id="255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57" name="Google Shape;2557;p26"/>
          <p:cNvSpPr txBox="1"/>
          <p:nvPr/>
        </p:nvSpPr>
        <p:spPr>
          <a:xfrm>
            <a:off x="282104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26"/>
          <p:cNvSpPr txBox="1"/>
          <p:nvPr/>
        </p:nvSpPr>
        <p:spPr>
          <a:xfrm>
            <a:off x="3219904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p26"/>
          <p:cNvSpPr txBox="1"/>
          <p:nvPr/>
        </p:nvSpPr>
        <p:spPr>
          <a:xfrm>
            <a:off x="3618767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26"/>
          <p:cNvSpPr txBox="1"/>
          <p:nvPr/>
        </p:nvSpPr>
        <p:spPr>
          <a:xfrm>
            <a:off x="4017630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1" name="Google Shape;2561;p26"/>
          <p:cNvSpPr txBox="1"/>
          <p:nvPr/>
        </p:nvSpPr>
        <p:spPr>
          <a:xfrm>
            <a:off x="4416493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26"/>
          <p:cNvSpPr txBox="1"/>
          <p:nvPr/>
        </p:nvSpPr>
        <p:spPr>
          <a:xfrm>
            <a:off x="4815355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26"/>
          <p:cNvSpPr txBox="1"/>
          <p:nvPr/>
        </p:nvSpPr>
        <p:spPr>
          <a:xfrm>
            <a:off x="5214218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26"/>
          <p:cNvSpPr txBox="1"/>
          <p:nvPr/>
        </p:nvSpPr>
        <p:spPr>
          <a:xfrm>
            <a:off x="5613081" y="3966938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5" name="Google Shape;2565;p26"/>
          <p:cNvCxnSpPr/>
          <p:nvPr/>
        </p:nvCxnSpPr>
        <p:spPr>
          <a:xfrm>
            <a:off x="2221576" y="1636875"/>
            <a:ext cx="38256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6" name="Google Shape;2566;p26"/>
          <p:cNvCxnSpPr/>
          <p:nvPr/>
        </p:nvCxnSpPr>
        <p:spPr>
          <a:xfrm>
            <a:off x="2221576" y="1835925"/>
            <a:ext cx="38256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67" name="Google Shape;2567;p26" title="ventilateu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094" y="2052302"/>
            <a:ext cx="454362" cy="4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26"/>
          <p:cNvSpPr txBox="1"/>
          <p:nvPr/>
        </p:nvSpPr>
        <p:spPr>
          <a:xfrm>
            <a:off x="1956050" y="170609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26"/>
          <p:cNvSpPr txBox="1"/>
          <p:nvPr/>
        </p:nvSpPr>
        <p:spPr>
          <a:xfrm>
            <a:off x="1956050" y="1507050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0" name="Google Shape;2570;p26"/>
          <p:cNvCxnSpPr/>
          <p:nvPr/>
        </p:nvCxnSpPr>
        <p:spPr>
          <a:xfrm rot="10800000">
            <a:off x="2956723" y="1836086"/>
            <a:ext cx="0" cy="9639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1" name="Google Shape;2571;p26"/>
          <p:cNvCxnSpPr/>
          <p:nvPr/>
        </p:nvCxnSpPr>
        <p:spPr>
          <a:xfrm rot="10800000">
            <a:off x="3480392" y="1645305"/>
            <a:ext cx="0" cy="115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2" name="Google Shape;2572;p26"/>
          <p:cNvSpPr/>
          <p:nvPr/>
        </p:nvSpPr>
        <p:spPr>
          <a:xfrm>
            <a:off x="3455669" y="161307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26"/>
          <p:cNvSpPr/>
          <p:nvPr/>
        </p:nvSpPr>
        <p:spPr>
          <a:xfrm>
            <a:off x="2932024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4" name="Google Shape;2574;p26"/>
          <p:cNvCxnSpPr>
            <a:endCxn id="2567" idx="2"/>
          </p:cNvCxnSpPr>
          <p:nvPr/>
        </p:nvCxnSpPr>
        <p:spPr>
          <a:xfrm rot="10800000">
            <a:off x="4494275" y="2488286"/>
            <a:ext cx="0" cy="305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5" name="Google Shape;2575;p26"/>
          <p:cNvCxnSpPr/>
          <p:nvPr/>
        </p:nvCxnSpPr>
        <p:spPr>
          <a:xfrm rot="10800000">
            <a:off x="3983864" y="2637881"/>
            <a:ext cx="0" cy="164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6" name="Google Shape;2576;p26"/>
          <p:cNvCxnSpPr/>
          <p:nvPr/>
        </p:nvCxnSpPr>
        <p:spPr>
          <a:xfrm rot="10800000">
            <a:off x="4977554" y="2638719"/>
            <a:ext cx="0" cy="1674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7" name="Google Shape;2577;p26"/>
          <p:cNvCxnSpPr/>
          <p:nvPr/>
        </p:nvCxnSpPr>
        <p:spPr>
          <a:xfrm rot="10800000">
            <a:off x="4680254" y="2385064"/>
            <a:ext cx="299700" cy="2589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8" name="Google Shape;2578;p26"/>
          <p:cNvCxnSpPr/>
          <p:nvPr/>
        </p:nvCxnSpPr>
        <p:spPr>
          <a:xfrm flipH="1" rot="10800000">
            <a:off x="3981813" y="2386335"/>
            <a:ext cx="326400" cy="2607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9" name="Google Shape;2579;p26"/>
          <p:cNvCxnSpPr>
            <a:endCxn id="2580" idx="1"/>
          </p:cNvCxnSpPr>
          <p:nvPr/>
        </p:nvCxnSpPr>
        <p:spPr>
          <a:xfrm rot="10800000">
            <a:off x="5966071" y="2440098"/>
            <a:ext cx="0" cy="3540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1" name="Google Shape;2581;p26"/>
          <p:cNvCxnSpPr>
            <a:stCxn id="2580" idx="3"/>
          </p:cNvCxnSpPr>
          <p:nvPr/>
        </p:nvCxnSpPr>
        <p:spPr>
          <a:xfrm rot="10800000">
            <a:off x="5966071" y="1835973"/>
            <a:ext cx="0" cy="3363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2" name="Google Shape;2582;p26"/>
          <p:cNvSpPr txBox="1"/>
          <p:nvPr/>
        </p:nvSpPr>
        <p:spPr>
          <a:xfrm>
            <a:off x="3680841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FH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26"/>
          <p:cNvSpPr txBox="1"/>
          <p:nvPr/>
        </p:nvSpPr>
        <p:spPr>
          <a:xfrm>
            <a:off x="4183303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FM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26"/>
          <p:cNvSpPr txBox="1"/>
          <p:nvPr/>
        </p:nvSpPr>
        <p:spPr>
          <a:xfrm>
            <a:off x="4673188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26"/>
          <p:cNvSpPr txBox="1"/>
          <p:nvPr/>
        </p:nvSpPr>
        <p:spPr>
          <a:xfrm>
            <a:off x="5674405" y="2534561"/>
            <a:ext cx="297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6" name="Google Shape;2586;p26"/>
          <p:cNvGrpSpPr/>
          <p:nvPr/>
        </p:nvGrpSpPr>
        <p:grpSpPr>
          <a:xfrm>
            <a:off x="3881645" y="3107128"/>
            <a:ext cx="118858" cy="643581"/>
            <a:chOff x="5994550" y="3527588"/>
            <a:chExt cx="229500" cy="1242675"/>
          </a:xfrm>
        </p:grpSpPr>
        <p:cxnSp>
          <p:nvCxnSpPr>
            <p:cNvPr id="2587" name="Google Shape;2587;p2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8" name="Google Shape;2588;p2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9" name="Google Shape;2589;p2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0" name="Google Shape;2590;p2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2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2" name="Google Shape;2592;p26"/>
          <p:cNvGrpSpPr/>
          <p:nvPr/>
        </p:nvGrpSpPr>
        <p:grpSpPr>
          <a:xfrm>
            <a:off x="4395637" y="3107128"/>
            <a:ext cx="118858" cy="643581"/>
            <a:chOff x="5994550" y="3527588"/>
            <a:chExt cx="229500" cy="1242675"/>
          </a:xfrm>
        </p:grpSpPr>
        <p:cxnSp>
          <p:nvCxnSpPr>
            <p:cNvPr id="2593" name="Google Shape;2593;p2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4" name="Google Shape;2594;p2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5" name="Google Shape;2595;p2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6" name="Google Shape;2596;p2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2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8" name="Google Shape;2598;p26"/>
          <p:cNvGrpSpPr/>
          <p:nvPr/>
        </p:nvGrpSpPr>
        <p:grpSpPr>
          <a:xfrm>
            <a:off x="4879279" y="3103256"/>
            <a:ext cx="118858" cy="643581"/>
            <a:chOff x="5994550" y="3527588"/>
            <a:chExt cx="229500" cy="1242675"/>
          </a:xfrm>
        </p:grpSpPr>
        <p:cxnSp>
          <p:nvCxnSpPr>
            <p:cNvPr id="2599" name="Google Shape;2599;p2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0" name="Google Shape;2600;p2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1" name="Google Shape;2601;p2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2" name="Google Shape;2602;p2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2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4" name="Google Shape;2604;p26"/>
          <p:cNvGrpSpPr/>
          <p:nvPr/>
        </p:nvGrpSpPr>
        <p:grpSpPr>
          <a:xfrm>
            <a:off x="5372931" y="3109873"/>
            <a:ext cx="118858" cy="643581"/>
            <a:chOff x="5994550" y="3527588"/>
            <a:chExt cx="229500" cy="1242675"/>
          </a:xfrm>
        </p:grpSpPr>
        <p:cxnSp>
          <p:nvCxnSpPr>
            <p:cNvPr id="2605" name="Google Shape;2605;p2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6" name="Google Shape;2606;p2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7" name="Google Shape;2607;p2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8" name="Google Shape;2608;p2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2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0" name="Google Shape;2610;p26"/>
          <p:cNvGrpSpPr/>
          <p:nvPr/>
        </p:nvGrpSpPr>
        <p:grpSpPr>
          <a:xfrm>
            <a:off x="5866582" y="3103256"/>
            <a:ext cx="118858" cy="643581"/>
            <a:chOff x="5994550" y="3527588"/>
            <a:chExt cx="229500" cy="1242675"/>
          </a:xfrm>
        </p:grpSpPr>
        <p:cxnSp>
          <p:nvCxnSpPr>
            <p:cNvPr id="2611" name="Google Shape;2611;p26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12" name="Google Shape;2612;p26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13" name="Google Shape;2613;p26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14" name="Google Shape;2614;p26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26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350" lIns="47350" spcFirstLastPara="1" rIns="47350" wrap="square" tIns="47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5"/>
                <a:buFont typeface="Arial"/>
                <a:buNone/>
              </a:pPr>
              <a:r>
                <a:t/>
              </a:r>
              <a:endParaRPr b="0" i="0" sz="7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16" name="Google Shape;2616;p26"/>
          <p:cNvCxnSpPr/>
          <p:nvPr/>
        </p:nvCxnSpPr>
        <p:spPr>
          <a:xfrm rot="10800000">
            <a:off x="3474792" y="3753121"/>
            <a:ext cx="24990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7" name="Google Shape;2617;p26"/>
          <p:cNvSpPr/>
          <p:nvPr/>
        </p:nvSpPr>
        <p:spPr>
          <a:xfrm>
            <a:off x="5941424" y="181221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8" name="Google Shape;2618;p26"/>
          <p:cNvCxnSpPr/>
          <p:nvPr/>
        </p:nvCxnSpPr>
        <p:spPr>
          <a:xfrm>
            <a:off x="3481713" y="3111100"/>
            <a:ext cx="0" cy="6432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9" name="Google Shape;2619;p26"/>
          <p:cNvSpPr/>
          <p:nvPr/>
        </p:nvSpPr>
        <p:spPr>
          <a:xfrm>
            <a:off x="5941424" y="3723709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26"/>
          <p:cNvSpPr/>
          <p:nvPr/>
        </p:nvSpPr>
        <p:spPr>
          <a:xfrm>
            <a:off x="5445118" y="37337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26"/>
          <p:cNvSpPr/>
          <p:nvPr/>
        </p:nvSpPr>
        <p:spPr>
          <a:xfrm>
            <a:off x="4955151" y="373370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26"/>
          <p:cNvSpPr/>
          <p:nvPr/>
        </p:nvSpPr>
        <p:spPr>
          <a:xfrm>
            <a:off x="4470783" y="373101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26"/>
          <p:cNvSpPr/>
          <p:nvPr/>
        </p:nvSpPr>
        <p:spPr>
          <a:xfrm>
            <a:off x="3951541" y="3733717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26"/>
          <p:cNvSpPr txBox="1"/>
          <p:nvPr/>
        </p:nvSpPr>
        <p:spPr>
          <a:xfrm>
            <a:off x="3728115" y="3115106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26"/>
          <p:cNvSpPr txBox="1"/>
          <p:nvPr/>
        </p:nvSpPr>
        <p:spPr>
          <a:xfrm>
            <a:off x="4240276" y="3099862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26"/>
          <p:cNvSpPr txBox="1"/>
          <p:nvPr/>
        </p:nvSpPr>
        <p:spPr>
          <a:xfrm>
            <a:off x="4733143" y="3098327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26"/>
          <p:cNvSpPr txBox="1"/>
          <p:nvPr/>
        </p:nvSpPr>
        <p:spPr>
          <a:xfrm>
            <a:off x="5204861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26"/>
          <p:cNvSpPr txBox="1"/>
          <p:nvPr/>
        </p:nvSpPr>
        <p:spPr>
          <a:xfrm>
            <a:off x="5718850" y="3097333"/>
            <a:ext cx="253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26"/>
          <p:cNvSpPr txBox="1"/>
          <p:nvPr/>
        </p:nvSpPr>
        <p:spPr>
          <a:xfrm>
            <a:off x="2747814" y="3097323"/>
            <a:ext cx="182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0" name="Google Shape;2630;p26"/>
          <p:cNvCxnSpPr>
            <a:stCxn id="2567" idx="0"/>
          </p:cNvCxnSpPr>
          <p:nvPr/>
        </p:nvCxnSpPr>
        <p:spPr>
          <a:xfrm rot="10800000">
            <a:off x="4494275" y="1840202"/>
            <a:ext cx="0" cy="2121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1" name="Google Shape;2631;p26"/>
          <p:cNvSpPr/>
          <p:nvPr/>
        </p:nvSpPr>
        <p:spPr>
          <a:xfrm>
            <a:off x="4469573" y="1812121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26"/>
          <p:cNvSpPr txBox="1"/>
          <p:nvPr/>
        </p:nvSpPr>
        <p:spPr>
          <a:xfrm>
            <a:off x="4179073" y="1866089"/>
            <a:ext cx="299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0" name="Google Shape;2580;p26" title="heatin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832158" y="2172273"/>
            <a:ext cx="267825" cy="26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26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795072" y="4593505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4" name="Google Shape;2634;p26"/>
          <p:cNvCxnSpPr/>
          <p:nvPr/>
        </p:nvCxnSpPr>
        <p:spPr>
          <a:xfrm rot="10800000">
            <a:off x="3863369" y="448825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5" name="Google Shape;2635;p26"/>
          <p:cNvCxnSpPr/>
          <p:nvPr/>
        </p:nvCxnSpPr>
        <p:spPr>
          <a:xfrm rot="10800000">
            <a:off x="38633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6" name="Google Shape;2636;p26"/>
          <p:cNvCxnSpPr/>
          <p:nvPr/>
        </p:nvCxnSpPr>
        <p:spPr>
          <a:xfrm rot="10800000">
            <a:off x="4261934" y="4488136"/>
            <a:ext cx="0" cy="516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7" name="Google Shape;2637;p26"/>
          <p:cNvCxnSpPr/>
          <p:nvPr/>
        </p:nvCxnSpPr>
        <p:spPr>
          <a:xfrm>
            <a:off x="3471875" y="5011075"/>
            <a:ext cx="23418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8" name="Google Shape;2638;p26"/>
          <p:cNvSpPr/>
          <p:nvPr/>
        </p:nvSpPr>
        <p:spPr>
          <a:xfrm>
            <a:off x="4233272" y="4983301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9" name="Google Shape;2639;p26"/>
          <p:cNvSpPr/>
          <p:nvPr/>
        </p:nvSpPr>
        <p:spPr>
          <a:xfrm>
            <a:off x="3834994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0" name="Google Shape;2640;p26"/>
          <p:cNvSpPr txBox="1"/>
          <p:nvPr/>
        </p:nvSpPr>
        <p:spPr>
          <a:xfrm>
            <a:off x="3904463" y="4483438"/>
            <a:ext cx="253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1" name="Google Shape;2641;p26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389147" y="4590580"/>
            <a:ext cx="297838" cy="310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2" name="Google Shape;2642;p26"/>
          <p:cNvCxnSpPr/>
          <p:nvPr/>
        </p:nvCxnSpPr>
        <p:spPr>
          <a:xfrm rot="10800000">
            <a:off x="3464819" y="4488208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3" name="Google Shape;2643;p26"/>
          <p:cNvCxnSpPr/>
          <p:nvPr/>
        </p:nvCxnSpPr>
        <p:spPr>
          <a:xfrm rot="10800000">
            <a:off x="3458656" y="4892873"/>
            <a:ext cx="0" cy="118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4" name="Google Shape;2644;p26"/>
          <p:cNvSpPr/>
          <p:nvPr/>
        </p:nvSpPr>
        <p:spPr>
          <a:xfrm>
            <a:off x="3430182" y="4988279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26"/>
          <p:cNvSpPr txBox="1"/>
          <p:nvPr/>
        </p:nvSpPr>
        <p:spPr>
          <a:xfrm>
            <a:off x="3490675" y="4473525"/>
            <a:ext cx="2532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50" lIns="47350" spcFirstLastPara="1" rIns="47350" wrap="square" tIns="4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26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7" name="Google Shape;264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26"/>
          <p:cNvSpPr txBox="1"/>
          <p:nvPr/>
        </p:nvSpPr>
        <p:spPr>
          <a:xfrm>
            <a:off x="5858650" y="48518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27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#18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27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6" name="Google Shape;2656;p27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DAC3=Fan, RL4=HV, RL5=CV, RL3=HR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7" name="Google Shape;2657;p27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8" name="Google Shape;2658;p27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2659" name="Google Shape;2659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0" name="Google Shape;2660;p27"/>
            <p:cNvCxnSpPr>
              <a:stCxn id="2659" idx="0"/>
              <a:endCxn id="265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1" name="Google Shape;2661;p27"/>
            <p:cNvCxnSpPr>
              <a:stCxn id="2659" idx="2"/>
              <a:endCxn id="265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62" name="Google Shape;2662;p27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7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64" name="Google Shape;2664;p27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2665" name="Google Shape;2665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6" name="Google Shape;2666;p27"/>
            <p:cNvCxnSpPr>
              <a:stCxn id="2665" idx="0"/>
              <a:endCxn id="266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7" name="Google Shape;2667;p27"/>
            <p:cNvCxnSpPr>
              <a:stCxn id="2665" idx="2"/>
              <a:endCxn id="266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68" name="Google Shape;2668;p27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2669" name="Google Shape;2669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0" name="Google Shape;2670;p27"/>
            <p:cNvCxnSpPr>
              <a:stCxn id="2669" idx="0"/>
              <a:endCxn id="266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1" name="Google Shape;2671;p27"/>
            <p:cNvCxnSpPr>
              <a:stCxn id="2669" idx="2"/>
              <a:endCxn id="266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72" name="Google Shape;2672;p27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2673" name="Google Shape;2673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4" name="Google Shape;2674;p27"/>
            <p:cNvCxnSpPr>
              <a:stCxn id="2673" idx="0"/>
              <a:endCxn id="267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5" name="Google Shape;2675;p27"/>
            <p:cNvCxnSpPr>
              <a:stCxn id="2673" idx="2"/>
              <a:endCxn id="267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76" name="Google Shape;2676;p27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2677" name="Google Shape;2677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8" name="Google Shape;2678;p27"/>
            <p:cNvCxnSpPr>
              <a:stCxn id="2677" idx="0"/>
              <a:endCxn id="267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9" name="Google Shape;2679;p27"/>
            <p:cNvCxnSpPr>
              <a:stCxn id="2677" idx="2"/>
              <a:endCxn id="267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80" name="Google Shape;2680;p27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2681" name="Google Shape;2681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2" name="Google Shape;2682;p27"/>
            <p:cNvCxnSpPr>
              <a:stCxn id="2681" idx="0"/>
              <a:endCxn id="268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3" name="Google Shape;2683;p27"/>
            <p:cNvCxnSpPr>
              <a:stCxn id="2681" idx="2"/>
              <a:endCxn id="268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84" name="Google Shape;2684;p27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2685" name="Google Shape;2685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6" name="Google Shape;2686;p27"/>
            <p:cNvCxnSpPr>
              <a:stCxn id="2685" idx="0"/>
              <a:endCxn id="268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7" name="Google Shape;2687;p27"/>
            <p:cNvCxnSpPr>
              <a:stCxn id="2685" idx="2"/>
              <a:endCxn id="268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88" name="Google Shape;2688;p27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2689" name="Google Shape;2689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0" name="Google Shape;2690;p27"/>
            <p:cNvCxnSpPr>
              <a:stCxn id="2689" idx="0"/>
              <a:endCxn id="268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1" name="Google Shape;2691;p27"/>
            <p:cNvCxnSpPr>
              <a:stCxn id="2689" idx="2"/>
              <a:endCxn id="268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92" name="Google Shape;2692;p27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2693" name="Google Shape;2693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4" name="Google Shape;2694;p27"/>
            <p:cNvCxnSpPr>
              <a:stCxn id="2693" idx="0"/>
              <a:endCxn id="269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5" name="Google Shape;2695;p27"/>
            <p:cNvCxnSpPr>
              <a:stCxn id="2693" idx="2"/>
              <a:endCxn id="269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96" name="Google Shape;2696;p27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2697" name="Google Shape;2697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8" name="Google Shape;2698;p27"/>
            <p:cNvCxnSpPr>
              <a:stCxn id="2697" idx="0"/>
              <a:endCxn id="26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9" name="Google Shape;2699;p27"/>
            <p:cNvCxnSpPr>
              <a:stCxn id="2697" idx="2"/>
              <a:endCxn id="26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00" name="Google Shape;2700;p27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2701" name="Google Shape;2701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2" name="Google Shape;2702;p27"/>
            <p:cNvCxnSpPr>
              <a:stCxn id="2701" idx="0"/>
              <a:endCxn id="270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3" name="Google Shape;2703;p27"/>
            <p:cNvCxnSpPr>
              <a:stCxn id="2701" idx="2"/>
              <a:endCxn id="270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04" name="Google Shape;2704;p27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2705" name="Google Shape;2705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6" name="Google Shape;2706;p27"/>
            <p:cNvCxnSpPr>
              <a:stCxn id="2705" idx="0"/>
              <a:endCxn id="270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7" name="Google Shape;2707;p27"/>
            <p:cNvCxnSpPr>
              <a:stCxn id="2705" idx="2"/>
              <a:endCxn id="270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08" name="Google Shape;2708;p27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2709" name="Google Shape;2709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0" name="Google Shape;2710;p27"/>
            <p:cNvCxnSpPr>
              <a:stCxn id="2709" idx="0"/>
              <a:endCxn id="27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1" name="Google Shape;2711;p27"/>
            <p:cNvCxnSpPr>
              <a:stCxn id="2709" idx="2"/>
              <a:endCxn id="27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2" name="Google Shape;2712;p27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2713" name="Google Shape;2713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4" name="Google Shape;2714;p27"/>
            <p:cNvCxnSpPr>
              <a:stCxn id="2713" idx="0"/>
              <a:endCxn id="271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5" name="Google Shape;2715;p27"/>
            <p:cNvCxnSpPr>
              <a:stCxn id="2713" idx="2"/>
              <a:endCxn id="271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6" name="Google Shape;2716;p27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2717" name="Google Shape;2717;p27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8" name="Google Shape;2718;p27"/>
            <p:cNvCxnSpPr>
              <a:stCxn id="2717" idx="0"/>
              <a:endCxn id="271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9" name="Google Shape;2719;p27"/>
            <p:cNvCxnSpPr>
              <a:stCxn id="2717" idx="2"/>
              <a:endCxn id="271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20" name="Google Shape;2720;p27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27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27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27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27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27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27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27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8" name="Google Shape;2728;p27"/>
          <p:cNvCxnSpPr/>
          <p:nvPr/>
        </p:nvCxnSpPr>
        <p:spPr>
          <a:xfrm>
            <a:off x="2133001" y="1679375"/>
            <a:ext cx="38274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9" name="Google Shape;2729;p27"/>
          <p:cNvCxnSpPr/>
          <p:nvPr/>
        </p:nvCxnSpPr>
        <p:spPr>
          <a:xfrm>
            <a:off x="2133001" y="1878700"/>
            <a:ext cx="38274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0" name="Google Shape;2730;p27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27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2" name="Google Shape;2732;p27"/>
          <p:cNvCxnSpPr>
            <a:endCxn id="2733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4" name="Google Shape;2734;p27"/>
          <p:cNvCxnSpPr>
            <a:endCxn id="2735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5" name="Google Shape;2735;p27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27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6" name="Google Shape;2736;p27"/>
          <p:cNvCxnSpPr/>
          <p:nvPr/>
        </p:nvCxnSpPr>
        <p:spPr>
          <a:xfrm rot="10800000">
            <a:off x="4892242" y="229530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7" name="Google Shape;2737;p27"/>
          <p:cNvCxnSpPr>
            <a:stCxn id="2738" idx="3"/>
          </p:cNvCxnSpPr>
          <p:nvPr/>
        </p:nvCxnSpPr>
        <p:spPr>
          <a:xfrm rot="10800000">
            <a:off x="4892241" y="1896599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9" name="Google Shape;2739;p27"/>
          <p:cNvSpPr txBox="1"/>
          <p:nvPr/>
        </p:nvSpPr>
        <p:spPr>
          <a:xfrm>
            <a:off x="4560675" y="2275438"/>
            <a:ext cx="29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0" name="Google Shape;2740;p27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2741" name="Google Shape;2741;p27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2" name="Google Shape;2742;p27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3" name="Google Shape;2743;p27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4" name="Google Shape;2744;p27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27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6" name="Google Shape;2746;p27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2747" name="Google Shape;2747;p27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8" name="Google Shape;2748;p27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9" name="Google Shape;2749;p27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0" name="Google Shape;2750;p27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27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2" name="Google Shape;2752;p27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2753" name="Google Shape;2753;p27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4" name="Google Shape;2754;p27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5" name="Google Shape;2755;p27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6" name="Google Shape;2756;p27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27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8" name="Google Shape;2758;p27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2759" name="Google Shape;2759;p27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0" name="Google Shape;2760;p27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1" name="Google Shape;2761;p27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62" name="Google Shape;2762;p27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27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4" name="Google Shape;2764;p27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2765" name="Google Shape;2765;p27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6" name="Google Shape;2766;p27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7" name="Google Shape;2767;p27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68" name="Google Shape;2768;p27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27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70" name="Google Shape;2770;p27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1" name="Google Shape;2771;p27"/>
          <p:cNvSpPr/>
          <p:nvPr/>
        </p:nvSpPr>
        <p:spPr>
          <a:xfrm>
            <a:off x="48675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2" name="Google Shape;2772;p27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3" name="Google Shape;2773;p27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27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27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27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27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27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27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27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27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27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27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00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8" name="Google Shape;2738;p27" title="hea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758139" y="2036099"/>
            <a:ext cx="268205" cy="26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4" name="Google Shape;2784;p27" title="ventilateu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0736" y="4342323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5" name="Google Shape;2785;p27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6" name="Google Shape;2786;p27"/>
          <p:cNvCxnSpPr>
            <a:endCxn id="2784" idx="0"/>
          </p:cNvCxnSpPr>
          <p:nvPr/>
        </p:nvCxnSpPr>
        <p:spPr>
          <a:xfrm flipH="1">
            <a:off x="2978242" y="4130823"/>
            <a:ext cx="300" cy="211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7" name="Google Shape;2787;p27"/>
          <p:cNvCxnSpPr/>
          <p:nvPr/>
        </p:nvCxnSpPr>
        <p:spPr>
          <a:xfrm>
            <a:off x="2978634" y="4778921"/>
            <a:ext cx="0" cy="1563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8" name="Google Shape;2788;p27"/>
          <p:cNvCxnSpPr/>
          <p:nvPr/>
        </p:nvCxnSpPr>
        <p:spPr>
          <a:xfrm rot="10800000">
            <a:off x="2991675" y="4935275"/>
            <a:ext cx="29235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9" name="Google Shape;2789;p27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0" name="Google Shape;2790;p27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1" name="Google Shape;2791;p27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2" name="Google Shape;2792;p27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5319888" y="2013411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3" name="Google Shape;2793;p27"/>
          <p:cNvCxnSpPr/>
          <p:nvPr/>
        </p:nvCxnSpPr>
        <p:spPr>
          <a:xfrm rot="10800000">
            <a:off x="5388742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4" name="Google Shape;2794;p27"/>
          <p:cNvCxnSpPr/>
          <p:nvPr/>
        </p:nvCxnSpPr>
        <p:spPr>
          <a:xfrm rot="10800000">
            <a:off x="5389491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5" name="Google Shape;2795;p27"/>
          <p:cNvSpPr/>
          <p:nvPr/>
        </p:nvSpPr>
        <p:spPr>
          <a:xfrm>
            <a:off x="53628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27"/>
          <p:cNvSpPr txBox="1"/>
          <p:nvPr/>
        </p:nvSpPr>
        <p:spPr>
          <a:xfrm>
            <a:off x="5109063" y="2278800"/>
            <a:ext cx="250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7" name="Google Shape;2797;p27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5819950" y="2013411"/>
            <a:ext cx="282650" cy="29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8" name="Google Shape;2798;p27"/>
          <p:cNvCxnSpPr/>
          <p:nvPr/>
        </p:nvCxnSpPr>
        <p:spPr>
          <a:xfrm rot="10800000">
            <a:off x="5888804" y="230065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9" name="Google Shape;2799;p27"/>
          <p:cNvCxnSpPr/>
          <p:nvPr/>
        </p:nvCxnSpPr>
        <p:spPr>
          <a:xfrm rot="10800000">
            <a:off x="5889554" y="1886561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0" name="Google Shape;2800;p27"/>
          <p:cNvSpPr/>
          <p:nvPr/>
        </p:nvSpPr>
        <p:spPr>
          <a:xfrm>
            <a:off x="5862923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1" name="Google Shape;2801;p27"/>
          <p:cNvSpPr txBox="1"/>
          <p:nvPr/>
        </p:nvSpPr>
        <p:spPr>
          <a:xfrm>
            <a:off x="5609125" y="2278800"/>
            <a:ext cx="2508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27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27"/>
          <p:cNvSpPr txBox="1"/>
          <p:nvPr/>
        </p:nvSpPr>
        <p:spPr>
          <a:xfrm>
            <a:off x="5960250" y="477560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28"/>
          <p:cNvSpPr/>
          <p:nvPr/>
        </p:nvSpPr>
        <p:spPr>
          <a:xfrm>
            <a:off x="457200" y="12927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Configuration #19 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28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2" name="Google Shape;2812;p28"/>
          <p:cNvGraphicFramePr/>
          <p:nvPr/>
        </p:nvGraphicFramePr>
        <p:xfrm>
          <a:off x="386025" y="688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382900"/>
                <a:gridCol w="1337575"/>
                <a:gridCol w="1196800"/>
                <a:gridCol w="1608375"/>
                <a:gridCol w="1635975"/>
                <a:gridCol w="1576950"/>
                <a:gridCol w="639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Valves 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Heater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Regulation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Assignment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 + 2 wires: </a:t>
                      </a:r>
                      <a:b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Fan + 2 Valves + Heater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0-10V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DAC1=HV, DAC2=CV, DAC3=Fan, RL5=HR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 b="1" sz="900" u="none" cap="none" strike="noStrike">
                        <a:solidFill>
                          <a:srgbClr val="27AE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13" name="Google Shape;2813;p28"/>
          <p:cNvSpPr/>
          <p:nvPr/>
        </p:nvSpPr>
        <p:spPr>
          <a:xfrm>
            <a:off x="7274600" y="1803875"/>
            <a:ext cx="1489800" cy="7368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HR (electric heater) must NEVER be directly switched by relay. Use an external power contactor.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28"/>
          <p:cNvSpPr/>
          <p:nvPr/>
        </p:nvSpPr>
        <p:spPr>
          <a:xfrm>
            <a:off x="2642430" y="3817730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5" name="Google Shape;2815;p28"/>
          <p:cNvGrpSpPr/>
          <p:nvPr/>
        </p:nvGrpSpPr>
        <p:grpSpPr>
          <a:xfrm>
            <a:off x="2896876" y="3892296"/>
            <a:ext cx="162627" cy="156026"/>
            <a:chOff x="7021900" y="938575"/>
            <a:chExt cx="243600" cy="243600"/>
          </a:xfrm>
        </p:grpSpPr>
        <p:sp>
          <p:nvSpPr>
            <p:cNvPr id="2816" name="Google Shape;2816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7" name="Google Shape;2817;p28"/>
            <p:cNvCxnSpPr>
              <a:stCxn id="2816" idx="0"/>
              <a:endCxn id="281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8" name="Google Shape;2818;p28"/>
            <p:cNvCxnSpPr>
              <a:stCxn id="2816" idx="2"/>
              <a:endCxn id="281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19" name="Google Shape;2819;p28"/>
          <p:cNvSpPr/>
          <p:nvPr/>
        </p:nvSpPr>
        <p:spPr>
          <a:xfrm>
            <a:off x="2642432" y="2442666"/>
            <a:ext cx="3467700" cy="30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4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28"/>
          <p:cNvSpPr txBox="1"/>
          <p:nvPr/>
        </p:nvSpPr>
        <p:spPr>
          <a:xfrm>
            <a:off x="3199245" y="2755960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22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1" name="Google Shape;2821;p28"/>
          <p:cNvGrpSpPr/>
          <p:nvPr/>
        </p:nvGrpSpPr>
        <p:grpSpPr>
          <a:xfrm>
            <a:off x="4328767" y="2517247"/>
            <a:ext cx="162627" cy="156026"/>
            <a:chOff x="7021900" y="938575"/>
            <a:chExt cx="243600" cy="243600"/>
          </a:xfrm>
        </p:grpSpPr>
        <p:sp>
          <p:nvSpPr>
            <p:cNvPr id="2822" name="Google Shape;2822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3" name="Google Shape;2823;p28"/>
            <p:cNvCxnSpPr>
              <a:stCxn id="2822" idx="0"/>
              <a:endCxn id="282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4" name="Google Shape;2824;p28"/>
            <p:cNvCxnSpPr>
              <a:stCxn id="2822" idx="2"/>
              <a:endCxn id="282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25" name="Google Shape;2825;p28"/>
          <p:cNvGrpSpPr/>
          <p:nvPr/>
        </p:nvGrpSpPr>
        <p:grpSpPr>
          <a:xfrm>
            <a:off x="3813871" y="2517247"/>
            <a:ext cx="162627" cy="156026"/>
            <a:chOff x="7021900" y="938575"/>
            <a:chExt cx="243600" cy="243600"/>
          </a:xfrm>
        </p:grpSpPr>
        <p:sp>
          <p:nvSpPr>
            <p:cNvPr id="2826" name="Google Shape;2826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7" name="Google Shape;2827;p28"/>
            <p:cNvCxnSpPr>
              <a:stCxn id="2826" idx="0"/>
              <a:endCxn id="282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8" name="Google Shape;2828;p28"/>
            <p:cNvCxnSpPr>
              <a:stCxn id="2826" idx="2"/>
              <a:endCxn id="282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29" name="Google Shape;2829;p28"/>
          <p:cNvGrpSpPr/>
          <p:nvPr/>
        </p:nvGrpSpPr>
        <p:grpSpPr>
          <a:xfrm>
            <a:off x="3312201" y="2517247"/>
            <a:ext cx="162627" cy="156026"/>
            <a:chOff x="7021900" y="938575"/>
            <a:chExt cx="243600" cy="243600"/>
          </a:xfrm>
        </p:grpSpPr>
        <p:sp>
          <p:nvSpPr>
            <p:cNvPr id="2830" name="Google Shape;2830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1" name="Google Shape;2831;p28"/>
            <p:cNvCxnSpPr>
              <a:stCxn id="2830" idx="0"/>
              <a:endCxn id="283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2" name="Google Shape;2832;p28"/>
            <p:cNvCxnSpPr>
              <a:stCxn id="2830" idx="2"/>
              <a:endCxn id="283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33" name="Google Shape;2833;p28"/>
          <p:cNvGrpSpPr/>
          <p:nvPr/>
        </p:nvGrpSpPr>
        <p:grpSpPr>
          <a:xfrm>
            <a:off x="2788085" y="2517247"/>
            <a:ext cx="162627" cy="156026"/>
            <a:chOff x="7021900" y="938575"/>
            <a:chExt cx="243600" cy="243600"/>
          </a:xfrm>
        </p:grpSpPr>
        <p:sp>
          <p:nvSpPr>
            <p:cNvPr id="2834" name="Google Shape;2834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5" name="Google Shape;2835;p28"/>
            <p:cNvCxnSpPr>
              <a:stCxn id="2834" idx="0"/>
              <a:endCxn id="283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6" name="Google Shape;2836;p28"/>
            <p:cNvCxnSpPr>
              <a:stCxn id="2834" idx="2"/>
              <a:endCxn id="283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37" name="Google Shape;2837;p28"/>
          <p:cNvGrpSpPr/>
          <p:nvPr/>
        </p:nvGrpSpPr>
        <p:grpSpPr>
          <a:xfrm>
            <a:off x="4813020" y="2517247"/>
            <a:ext cx="162627" cy="156026"/>
            <a:chOff x="7021900" y="938575"/>
            <a:chExt cx="243600" cy="243600"/>
          </a:xfrm>
        </p:grpSpPr>
        <p:sp>
          <p:nvSpPr>
            <p:cNvPr id="2838" name="Google Shape;2838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9" name="Google Shape;2839;p28"/>
            <p:cNvCxnSpPr>
              <a:stCxn id="2838" idx="0"/>
              <a:endCxn id="283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0" name="Google Shape;2840;p28"/>
            <p:cNvCxnSpPr>
              <a:stCxn id="2838" idx="2"/>
              <a:endCxn id="283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41" name="Google Shape;2841;p28"/>
          <p:cNvGrpSpPr/>
          <p:nvPr/>
        </p:nvGrpSpPr>
        <p:grpSpPr>
          <a:xfrm>
            <a:off x="5307353" y="2517247"/>
            <a:ext cx="162627" cy="156026"/>
            <a:chOff x="7021900" y="938575"/>
            <a:chExt cx="243600" cy="243600"/>
          </a:xfrm>
        </p:grpSpPr>
        <p:sp>
          <p:nvSpPr>
            <p:cNvPr id="2842" name="Google Shape;2842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3" name="Google Shape;2843;p28"/>
            <p:cNvCxnSpPr>
              <a:stCxn id="2842" idx="0"/>
              <a:endCxn id="284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4" name="Google Shape;2844;p28"/>
            <p:cNvCxnSpPr>
              <a:stCxn id="2842" idx="2"/>
              <a:endCxn id="284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45" name="Google Shape;2845;p28"/>
          <p:cNvGrpSpPr/>
          <p:nvPr/>
        </p:nvGrpSpPr>
        <p:grpSpPr>
          <a:xfrm>
            <a:off x="5801686" y="2517247"/>
            <a:ext cx="162627" cy="156026"/>
            <a:chOff x="7021900" y="938575"/>
            <a:chExt cx="243600" cy="243600"/>
          </a:xfrm>
        </p:grpSpPr>
        <p:sp>
          <p:nvSpPr>
            <p:cNvPr id="2846" name="Google Shape;2846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7" name="Google Shape;2847;p28"/>
            <p:cNvCxnSpPr>
              <a:stCxn id="2846" idx="0"/>
              <a:endCxn id="284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8" name="Google Shape;2848;p28"/>
            <p:cNvCxnSpPr>
              <a:stCxn id="2846" idx="2"/>
              <a:endCxn id="284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49" name="Google Shape;2849;p28"/>
          <p:cNvGrpSpPr/>
          <p:nvPr/>
        </p:nvGrpSpPr>
        <p:grpSpPr>
          <a:xfrm>
            <a:off x="4095172" y="3892296"/>
            <a:ext cx="162627" cy="156026"/>
            <a:chOff x="7021900" y="938575"/>
            <a:chExt cx="243600" cy="243600"/>
          </a:xfrm>
        </p:grpSpPr>
        <p:sp>
          <p:nvSpPr>
            <p:cNvPr id="2850" name="Google Shape;2850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1" name="Google Shape;2851;p28"/>
            <p:cNvCxnSpPr>
              <a:stCxn id="2850" idx="0"/>
              <a:endCxn id="285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2" name="Google Shape;2852;p28"/>
            <p:cNvCxnSpPr>
              <a:stCxn id="2850" idx="2"/>
              <a:endCxn id="285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53" name="Google Shape;2853;p28"/>
          <p:cNvGrpSpPr/>
          <p:nvPr/>
        </p:nvGrpSpPr>
        <p:grpSpPr>
          <a:xfrm>
            <a:off x="3695740" y="3892296"/>
            <a:ext cx="162627" cy="156026"/>
            <a:chOff x="7021900" y="938575"/>
            <a:chExt cx="243600" cy="243600"/>
          </a:xfrm>
        </p:grpSpPr>
        <p:sp>
          <p:nvSpPr>
            <p:cNvPr id="2854" name="Google Shape;2854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5" name="Google Shape;2855;p28"/>
            <p:cNvCxnSpPr>
              <a:stCxn id="2854" idx="0"/>
              <a:endCxn id="285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6" name="Google Shape;2856;p28"/>
            <p:cNvCxnSpPr>
              <a:stCxn id="2854" idx="2"/>
              <a:endCxn id="285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57" name="Google Shape;2857;p28"/>
          <p:cNvGrpSpPr/>
          <p:nvPr/>
        </p:nvGrpSpPr>
        <p:grpSpPr>
          <a:xfrm>
            <a:off x="3296308" y="3892296"/>
            <a:ext cx="162627" cy="156026"/>
            <a:chOff x="7021900" y="938575"/>
            <a:chExt cx="243600" cy="243600"/>
          </a:xfrm>
        </p:grpSpPr>
        <p:sp>
          <p:nvSpPr>
            <p:cNvPr id="2858" name="Google Shape;2858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9" name="Google Shape;2859;p28"/>
            <p:cNvCxnSpPr>
              <a:stCxn id="2858" idx="0"/>
              <a:endCxn id="2858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0" name="Google Shape;2860;p28"/>
            <p:cNvCxnSpPr>
              <a:stCxn id="2858" idx="2"/>
              <a:endCxn id="2858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61" name="Google Shape;2861;p28"/>
          <p:cNvGrpSpPr/>
          <p:nvPr/>
        </p:nvGrpSpPr>
        <p:grpSpPr>
          <a:xfrm>
            <a:off x="4494604" y="3892296"/>
            <a:ext cx="162627" cy="156026"/>
            <a:chOff x="7021900" y="938575"/>
            <a:chExt cx="243600" cy="243600"/>
          </a:xfrm>
        </p:grpSpPr>
        <p:sp>
          <p:nvSpPr>
            <p:cNvPr id="2862" name="Google Shape;2862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63" name="Google Shape;2863;p28"/>
            <p:cNvCxnSpPr>
              <a:stCxn id="2862" idx="0"/>
              <a:endCxn id="2862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4" name="Google Shape;2864;p28"/>
            <p:cNvCxnSpPr>
              <a:stCxn id="2862" idx="2"/>
              <a:endCxn id="2862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65" name="Google Shape;2865;p28"/>
          <p:cNvGrpSpPr/>
          <p:nvPr/>
        </p:nvGrpSpPr>
        <p:grpSpPr>
          <a:xfrm>
            <a:off x="4894036" y="3892296"/>
            <a:ext cx="162627" cy="156026"/>
            <a:chOff x="7021900" y="938575"/>
            <a:chExt cx="243600" cy="243600"/>
          </a:xfrm>
        </p:grpSpPr>
        <p:sp>
          <p:nvSpPr>
            <p:cNvPr id="2866" name="Google Shape;2866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67" name="Google Shape;2867;p28"/>
            <p:cNvCxnSpPr>
              <a:stCxn id="2866" idx="0"/>
              <a:endCxn id="2866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8" name="Google Shape;2868;p28"/>
            <p:cNvCxnSpPr>
              <a:stCxn id="2866" idx="2"/>
              <a:endCxn id="2866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69" name="Google Shape;2869;p28"/>
          <p:cNvGrpSpPr/>
          <p:nvPr/>
        </p:nvGrpSpPr>
        <p:grpSpPr>
          <a:xfrm>
            <a:off x="5293468" y="3892296"/>
            <a:ext cx="162627" cy="156026"/>
            <a:chOff x="7021900" y="938575"/>
            <a:chExt cx="243600" cy="243600"/>
          </a:xfrm>
        </p:grpSpPr>
        <p:sp>
          <p:nvSpPr>
            <p:cNvPr id="2870" name="Google Shape;2870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1" name="Google Shape;2871;p28"/>
            <p:cNvCxnSpPr>
              <a:stCxn id="2870" idx="0"/>
              <a:endCxn id="2870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2" name="Google Shape;2872;p28"/>
            <p:cNvCxnSpPr>
              <a:stCxn id="2870" idx="2"/>
              <a:endCxn id="2870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73" name="Google Shape;2873;p28"/>
          <p:cNvGrpSpPr/>
          <p:nvPr/>
        </p:nvGrpSpPr>
        <p:grpSpPr>
          <a:xfrm>
            <a:off x="5692900" y="3892296"/>
            <a:ext cx="162627" cy="156026"/>
            <a:chOff x="7021900" y="938575"/>
            <a:chExt cx="243600" cy="243600"/>
          </a:xfrm>
        </p:grpSpPr>
        <p:sp>
          <p:nvSpPr>
            <p:cNvPr id="2874" name="Google Shape;2874;p28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49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5" name="Google Shape;2875;p28"/>
            <p:cNvCxnSpPr>
              <a:stCxn id="2874" idx="0"/>
              <a:endCxn id="2874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6" name="Google Shape;2876;p28"/>
            <p:cNvCxnSpPr>
              <a:stCxn id="2874" idx="2"/>
              <a:endCxn id="2874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4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77" name="Google Shape;2877;p28"/>
          <p:cNvSpPr txBox="1"/>
          <p:nvPr/>
        </p:nvSpPr>
        <p:spPr>
          <a:xfrm>
            <a:off x="273332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2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28"/>
          <p:cNvSpPr txBox="1"/>
          <p:nvPr/>
        </p:nvSpPr>
        <p:spPr>
          <a:xfrm>
            <a:off x="313275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2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28"/>
          <p:cNvSpPr txBox="1"/>
          <p:nvPr/>
        </p:nvSpPr>
        <p:spPr>
          <a:xfrm>
            <a:off x="353218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2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28"/>
          <p:cNvSpPr txBox="1"/>
          <p:nvPr/>
        </p:nvSpPr>
        <p:spPr>
          <a:xfrm>
            <a:off x="3931621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22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28"/>
          <p:cNvSpPr txBox="1"/>
          <p:nvPr/>
        </p:nvSpPr>
        <p:spPr>
          <a:xfrm>
            <a:off x="4331053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22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28"/>
          <p:cNvSpPr txBox="1"/>
          <p:nvPr/>
        </p:nvSpPr>
        <p:spPr>
          <a:xfrm>
            <a:off x="4730485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22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28"/>
          <p:cNvSpPr txBox="1"/>
          <p:nvPr/>
        </p:nvSpPr>
        <p:spPr>
          <a:xfrm>
            <a:off x="5129917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22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28"/>
          <p:cNvSpPr txBox="1"/>
          <p:nvPr/>
        </p:nvSpPr>
        <p:spPr>
          <a:xfrm>
            <a:off x="5529349" y="3609006"/>
            <a:ext cx="489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22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5" name="Google Shape;2885;p28"/>
          <p:cNvCxnSpPr/>
          <p:nvPr/>
        </p:nvCxnSpPr>
        <p:spPr>
          <a:xfrm>
            <a:off x="2133001" y="1679375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6" name="Google Shape;2886;p28"/>
          <p:cNvCxnSpPr/>
          <p:nvPr/>
        </p:nvCxnSpPr>
        <p:spPr>
          <a:xfrm>
            <a:off x="2133001" y="1878700"/>
            <a:ext cx="3831300" cy="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7" name="Google Shape;2887;p28"/>
          <p:cNvSpPr txBox="1"/>
          <p:nvPr/>
        </p:nvSpPr>
        <p:spPr>
          <a:xfrm>
            <a:off x="1867100" y="1748699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26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26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28"/>
          <p:cNvSpPr txBox="1"/>
          <p:nvPr/>
        </p:nvSpPr>
        <p:spPr>
          <a:xfrm>
            <a:off x="1867100" y="1549375"/>
            <a:ext cx="297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rPr i="0" lang="en-US" sz="82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26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9" name="Google Shape;2889;p28"/>
          <p:cNvCxnSpPr>
            <a:endCxn id="2890" idx="0"/>
          </p:cNvCxnSpPr>
          <p:nvPr/>
        </p:nvCxnSpPr>
        <p:spPr>
          <a:xfrm rot="10800000">
            <a:off x="2869066" y="1854878"/>
            <a:ext cx="0" cy="5856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1" name="Google Shape;2891;p28"/>
          <p:cNvCxnSpPr>
            <a:endCxn id="2892" idx="4"/>
          </p:cNvCxnSpPr>
          <p:nvPr/>
        </p:nvCxnSpPr>
        <p:spPr>
          <a:xfrm rot="10800000">
            <a:off x="3393458" y="1702955"/>
            <a:ext cx="0" cy="7368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2" name="Google Shape;2892;p28"/>
          <p:cNvSpPr/>
          <p:nvPr/>
        </p:nvSpPr>
        <p:spPr>
          <a:xfrm>
            <a:off x="3368858" y="1655555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28"/>
          <p:cNvSpPr/>
          <p:nvPr/>
        </p:nvSpPr>
        <p:spPr>
          <a:xfrm>
            <a:off x="2844466" y="1854878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3" name="Google Shape;2893;p28"/>
          <p:cNvCxnSpPr/>
          <p:nvPr/>
        </p:nvCxnSpPr>
        <p:spPr>
          <a:xfrm rot="10800000">
            <a:off x="5882842" y="2295304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4" name="Google Shape;2894;p28"/>
          <p:cNvCxnSpPr>
            <a:stCxn id="2895" idx="3"/>
          </p:cNvCxnSpPr>
          <p:nvPr/>
        </p:nvCxnSpPr>
        <p:spPr>
          <a:xfrm rot="10800000">
            <a:off x="5882841" y="1896599"/>
            <a:ext cx="0" cy="139500"/>
          </a:xfrm>
          <a:prstGeom prst="straightConnector1">
            <a:avLst/>
          </a:prstGeom>
          <a:noFill/>
          <a:ln cap="flat" cmpd="sng" w="148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6" name="Google Shape;2896;p28"/>
          <p:cNvSpPr txBox="1"/>
          <p:nvPr/>
        </p:nvSpPr>
        <p:spPr>
          <a:xfrm>
            <a:off x="5544925" y="2275438"/>
            <a:ext cx="2979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lang="en-US" sz="822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7" name="Google Shape;2897;p28"/>
          <p:cNvGrpSpPr/>
          <p:nvPr/>
        </p:nvGrpSpPr>
        <p:grpSpPr>
          <a:xfrm>
            <a:off x="3795208" y="2747854"/>
            <a:ext cx="119019" cy="644451"/>
            <a:chOff x="5994550" y="3527588"/>
            <a:chExt cx="229500" cy="1242675"/>
          </a:xfrm>
        </p:grpSpPr>
        <p:cxnSp>
          <p:nvCxnSpPr>
            <p:cNvPr id="2898" name="Google Shape;2898;p2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9" name="Google Shape;2899;p2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0" name="Google Shape;2900;p2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01" name="Google Shape;2901;p2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2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3" name="Google Shape;2903;p28"/>
          <p:cNvGrpSpPr/>
          <p:nvPr/>
        </p:nvGrpSpPr>
        <p:grpSpPr>
          <a:xfrm>
            <a:off x="4309934" y="2747854"/>
            <a:ext cx="119019" cy="644451"/>
            <a:chOff x="5994550" y="3527588"/>
            <a:chExt cx="229500" cy="1242675"/>
          </a:xfrm>
        </p:grpSpPr>
        <p:cxnSp>
          <p:nvCxnSpPr>
            <p:cNvPr id="2904" name="Google Shape;2904;p2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5" name="Google Shape;2905;p2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6" name="Google Shape;2906;p2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07" name="Google Shape;2907;p2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2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9" name="Google Shape;2909;p28"/>
          <p:cNvGrpSpPr/>
          <p:nvPr/>
        </p:nvGrpSpPr>
        <p:grpSpPr>
          <a:xfrm>
            <a:off x="4794267" y="2743977"/>
            <a:ext cx="119019" cy="644451"/>
            <a:chOff x="5994550" y="3527588"/>
            <a:chExt cx="229500" cy="1242675"/>
          </a:xfrm>
        </p:grpSpPr>
        <p:cxnSp>
          <p:nvCxnSpPr>
            <p:cNvPr id="2910" name="Google Shape;2910;p2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1" name="Google Shape;2911;p2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2" name="Google Shape;2912;p2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13" name="Google Shape;2913;p2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2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5" name="Google Shape;2915;p28"/>
          <p:cNvGrpSpPr/>
          <p:nvPr/>
        </p:nvGrpSpPr>
        <p:grpSpPr>
          <a:xfrm>
            <a:off x="5288622" y="2750603"/>
            <a:ext cx="119019" cy="644451"/>
            <a:chOff x="5994550" y="3527588"/>
            <a:chExt cx="229500" cy="1242675"/>
          </a:xfrm>
        </p:grpSpPr>
        <p:cxnSp>
          <p:nvCxnSpPr>
            <p:cNvPr id="2916" name="Google Shape;2916;p2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7" name="Google Shape;2917;p2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8" name="Google Shape;2918;p2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19" name="Google Shape;2919;p2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2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1" name="Google Shape;2921;p28"/>
          <p:cNvGrpSpPr/>
          <p:nvPr/>
        </p:nvGrpSpPr>
        <p:grpSpPr>
          <a:xfrm>
            <a:off x="5782978" y="2743977"/>
            <a:ext cx="119019" cy="644451"/>
            <a:chOff x="5994550" y="3527588"/>
            <a:chExt cx="229500" cy="1242675"/>
          </a:xfrm>
        </p:grpSpPr>
        <p:cxnSp>
          <p:nvCxnSpPr>
            <p:cNvPr id="2922" name="Google Shape;2922;p28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3" name="Google Shape;2923;p28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4" name="Google Shape;2924;p28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25" name="Google Shape;2925;p28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28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27" name="Google Shape;2927;p28"/>
          <p:cNvCxnSpPr/>
          <p:nvPr/>
        </p:nvCxnSpPr>
        <p:spPr>
          <a:xfrm rot="10800000">
            <a:off x="3387675" y="3394885"/>
            <a:ext cx="2502900" cy="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8" name="Google Shape;2928;p28"/>
          <p:cNvSpPr/>
          <p:nvPr/>
        </p:nvSpPr>
        <p:spPr>
          <a:xfrm>
            <a:off x="5858160" y="1854969"/>
            <a:ext cx="49200" cy="47400"/>
          </a:xfrm>
          <a:prstGeom prst="ellipse">
            <a:avLst/>
          </a:prstGeom>
          <a:solidFill>
            <a:srgbClr val="2980B9"/>
          </a:solidFill>
          <a:ln cap="flat" cmpd="sng" w="49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9" name="Google Shape;2929;p28"/>
          <p:cNvCxnSpPr/>
          <p:nvPr/>
        </p:nvCxnSpPr>
        <p:spPr>
          <a:xfrm>
            <a:off x="3394939" y="2751954"/>
            <a:ext cx="0" cy="644100"/>
          </a:xfrm>
          <a:prstGeom prst="straightConnector1">
            <a:avLst/>
          </a:prstGeom>
          <a:noFill/>
          <a:ln cap="flat" cmpd="sng" w="148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0" name="Google Shape;2930;p28"/>
          <p:cNvSpPr/>
          <p:nvPr/>
        </p:nvSpPr>
        <p:spPr>
          <a:xfrm>
            <a:off x="5858160" y="336543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28"/>
          <p:cNvSpPr/>
          <p:nvPr/>
        </p:nvSpPr>
        <p:spPr>
          <a:xfrm>
            <a:off x="5361146" y="3375448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28"/>
          <p:cNvSpPr/>
          <p:nvPr/>
        </p:nvSpPr>
        <p:spPr>
          <a:xfrm>
            <a:off x="4870480" y="3375441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28"/>
          <p:cNvSpPr/>
          <p:nvPr/>
        </p:nvSpPr>
        <p:spPr>
          <a:xfrm>
            <a:off x="4385421" y="337274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28"/>
          <p:cNvSpPr/>
          <p:nvPr/>
        </p:nvSpPr>
        <p:spPr>
          <a:xfrm>
            <a:off x="3865438" y="3375454"/>
            <a:ext cx="49200" cy="47400"/>
          </a:xfrm>
          <a:prstGeom prst="ellipse">
            <a:avLst/>
          </a:prstGeom>
          <a:solidFill>
            <a:srgbClr val="C0392B"/>
          </a:solidFill>
          <a:ln cap="flat" cmpd="sng" w="49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28"/>
          <p:cNvSpPr txBox="1"/>
          <p:nvPr/>
        </p:nvSpPr>
        <p:spPr>
          <a:xfrm>
            <a:off x="3627225" y="27559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28"/>
          <p:cNvSpPr txBox="1"/>
          <p:nvPr/>
        </p:nvSpPr>
        <p:spPr>
          <a:xfrm>
            <a:off x="4140100" y="274070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28"/>
          <p:cNvSpPr txBox="1"/>
          <p:nvPr/>
        </p:nvSpPr>
        <p:spPr>
          <a:xfrm>
            <a:off x="4633678" y="2739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28"/>
          <p:cNvSpPr txBox="1"/>
          <p:nvPr/>
        </p:nvSpPr>
        <p:spPr>
          <a:xfrm>
            <a:off x="5106077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28"/>
          <p:cNvSpPr txBox="1"/>
          <p:nvPr/>
        </p:nvSpPr>
        <p:spPr>
          <a:xfrm>
            <a:off x="5620801" y="2738150"/>
            <a:ext cx="268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22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28"/>
          <p:cNvSpPr txBox="1"/>
          <p:nvPr/>
        </p:nvSpPr>
        <p:spPr>
          <a:xfrm>
            <a:off x="2659993" y="2738157"/>
            <a:ext cx="18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r>
              <a:rPr i="0" lang="en-US" sz="822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22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5" name="Google Shape;2895;p28" title="hea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748739" y="2036099"/>
            <a:ext cx="268205" cy="26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1" name="Google Shape;2941;p28" title="ventilateu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0736" y="4275160"/>
            <a:ext cx="455011" cy="436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42" name="Google Shape;2942;p28"/>
          <p:cNvSpPr txBox="1"/>
          <p:nvPr/>
        </p:nvSpPr>
        <p:spPr>
          <a:xfrm>
            <a:off x="2349785" y="4401651"/>
            <a:ext cx="40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150" lIns="48150" spcFirstLastPara="1" rIns="48150" wrap="square" tIns="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FAN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7"/>
              <a:buFont typeface="Arial"/>
              <a:buNone/>
            </a:pPr>
            <a:r>
              <a:rPr i="0" lang="en-US" sz="837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0-10V</a:t>
            </a:r>
            <a:endParaRPr i="0" sz="837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3" name="Google Shape;2943;p28"/>
          <p:cNvCxnSpPr>
            <a:endCxn id="2941" idx="0"/>
          </p:cNvCxnSpPr>
          <p:nvPr/>
        </p:nvCxnSpPr>
        <p:spPr>
          <a:xfrm>
            <a:off x="2978242" y="4129060"/>
            <a:ext cx="0" cy="1461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4" name="Google Shape;2944;p28"/>
          <p:cNvCxnSpPr>
            <a:stCxn id="2941" idx="2"/>
          </p:cNvCxnSpPr>
          <p:nvPr/>
        </p:nvCxnSpPr>
        <p:spPr>
          <a:xfrm>
            <a:off x="2978242" y="4711762"/>
            <a:ext cx="300" cy="2235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5" name="Google Shape;2945;p28"/>
          <p:cNvCxnSpPr/>
          <p:nvPr/>
        </p:nvCxnSpPr>
        <p:spPr>
          <a:xfrm rot="10800000">
            <a:off x="2991725" y="4935275"/>
            <a:ext cx="2967900" cy="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6" name="Google Shape;2946;p28"/>
          <p:cNvCxnSpPr/>
          <p:nvPr/>
        </p:nvCxnSpPr>
        <p:spPr>
          <a:xfrm>
            <a:off x="4176769" y="4117764"/>
            <a:ext cx="0" cy="81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7" name="Google Shape;2947;p28"/>
          <p:cNvSpPr/>
          <p:nvPr/>
        </p:nvSpPr>
        <p:spPr>
          <a:xfrm>
            <a:off x="4154541" y="4905704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8" name="Google Shape;2948;p28"/>
          <p:cNvSpPr/>
          <p:nvPr/>
        </p:nvSpPr>
        <p:spPr>
          <a:xfrm>
            <a:off x="2958253" y="4910688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9" name="Google Shape;2949;p28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713388" y="4336886"/>
            <a:ext cx="282650" cy="2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0" name="Google Shape;2950;p28"/>
          <p:cNvSpPr txBox="1"/>
          <p:nvPr/>
        </p:nvSpPr>
        <p:spPr>
          <a:xfrm>
            <a:off x="3775125" y="4147588"/>
            <a:ext cx="249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19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HV</a:t>
            </a:r>
            <a:endParaRPr i="0" sz="819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1" name="Google Shape;2951;p28"/>
          <p:cNvCxnSpPr/>
          <p:nvPr/>
        </p:nvCxnSpPr>
        <p:spPr>
          <a:xfrm>
            <a:off x="3775132" y="4130839"/>
            <a:ext cx="0" cy="217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2" name="Google Shape;2952;p28"/>
          <p:cNvCxnSpPr/>
          <p:nvPr/>
        </p:nvCxnSpPr>
        <p:spPr>
          <a:xfrm>
            <a:off x="3775125" y="4624400"/>
            <a:ext cx="0" cy="30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3" name="Google Shape;2953;p28"/>
          <p:cNvSpPr/>
          <p:nvPr/>
        </p:nvSpPr>
        <p:spPr>
          <a:xfrm>
            <a:off x="3749728" y="4910466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4" name="Google Shape;2954;p28" title="robin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322863" y="4336886"/>
            <a:ext cx="282650" cy="2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28"/>
          <p:cNvSpPr txBox="1"/>
          <p:nvPr/>
        </p:nvSpPr>
        <p:spPr>
          <a:xfrm>
            <a:off x="3384600" y="4147588"/>
            <a:ext cx="2496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750" lIns="54750" spcFirstLastPara="1" rIns="54750" wrap="square" tIns="54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lang="en-US" sz="819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819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i="0" sz="819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6" name="Google Shape;2956;p28"/>
          <p:cNvCxnSpPr/>
          <p:nvPr/>
        </p:nvCxnSpPr>
        <p:spPr>
          <a:xfrm>
            <a:off x="3384607" y="4130839"/>
            <a:ext cx="0" cy="2172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7" name="Google Shape;2957;p28"/>
          <p:cNvCxnSpPr/>
          <p:nvPr/>
        </p:nvCxnSpPr>
        <p:spPr>
          <a:xfrm>
            <a:off x="3384600" y="4624400"/>
            <a:ext cx="0" cy="309600"/>
          </a:xfrm>
          <a:prstGeom prst="straightConnector1">
            <a:avLst/>
          </a:prstGeom>
          <a:noFill/>
          <a:ln cap="flat" cmpd="sng" w="148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8" name="Google Shape;2958;p28"/>
          <p:cNvSpPr/>
          <p:nvPr/>
        </p:nvSpPr>
        <p:spPr>
          <a:xfrm>
            <a:off x="3359203" y="4910466"/>
            <a:ext cx="49200" cy="47400"/>
          </a:xfrm>
          <a:prstGeom prst="ellipse">
            <a:avLst/>
          </a:prstGeom>
          <a:solidFill>
            <a:srgbClr val="27AE60"/>
          </a:solidFill>
          <a:ln cap="flat" cmpd="sng" w="49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00" lIns="47400" spcFirstLastPara="1" rIns="47400" wrap="square" tIns="4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6"/>
              <a:buFont typeface="Arial"/>
              <a:buNone/>
            </a:pPr>
            <a:r>
              <a:t/>
            </a:r>
            <a:endParaRPr b="0" i="0" sz="7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28"/>
          <p:cNvSpPr txBox="1"/>
          <p:nvPr/>
        </p:nvSpPr>
        <p:spPr>
          <a:xfrm>
            <a:off x="6011050" y="4769250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2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29"/>
          <p:cNvSpPr/>
          <p:nvPr/>
        </p:nvSpPr>
        <p:spPr>
          <a:xfrm>
            <a:off x="731525" y="866776"/>
            <a:ext cx="76809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Sensors</a:t>
            </a: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wiring schematics</a:t>
            </a:r>
            <a:endParaRPr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29"/>
          <p:cNvSpPr/>
          <p:nvPr/>
        </p:nvSpPr>
        <p:spPr>
          <a:xfrm>
            <a:off x="3657600" y="2743200"/>
            <a:ext cx="1828800" cy="273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29"/>
          <p:cNvSpPr/>
          <p:nvPr/>
        </p:nvSpPr>
        <p:spPr>
          <a:xfrm>
            <a:off x="731520" y="3316965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Fan Coil Thermostat — AGR25-01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3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i="0" lang="en-US" sz="2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External Sensors (S1, S2)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30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30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30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ANALOG SENSOR (Thermistor)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p30"/>
          <p:cNvSpPr/>
          <p:nvPr/>
        </p:nvSpPr>
        <p:spPr>
          <a:xfrm>
            <a:off x="594360" y="1508760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Remote temperature measurement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Applications: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Supply air temperature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Outdoor temperature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Return air temperature</a:t>
            </a:r>
            <a:endParaRPr b="0" i="0" sz="9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 changeover detection (2-pipe auto H/C switching)</a:t>
            </a:r>
            <a:endParaRPr sz="9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Connection: S1 or S2 + G (0V ref)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30"/>
          <p:cNvSpPr/>
          <p:nvPr/>
        </p:nvSpPr>
        <p:spPr>
          <a:xfrm>
            <a:off x="484632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30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p30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SENSOR (Dry Contact)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30"/>
          <p:cNvSpPr/>
          <p:nvPr/>
        </p:nvSpPr>
        <p:spPr>
          <a:xfrm>
            <a:off x="4983480" y="1508760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ON/OFF state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Applications: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Window open/close detector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Key card / badge presence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External PIR detector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Connection: S1 or S2 + G (0V ref)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30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Sensors requiring external power must have their own power supply with adequate galvanic isolation.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30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2992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p31"/>
          <p:cNvSpPr/>
          <p:nvPr/>
        </p:nvSpPr>
        <p:spPr>
          <a:xfrm>
            <a:off x="386075" y="2622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Sensor wiring: Analog Sensors - Thermistor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31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31"/>
          <p:cNvSpPr/>
          <p:nvPr/>
        </p:nvSpPr>
        <p:spPr>
          <a:xfrm>
            <a:off x="4100947" y="3371966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6" name="Google Shape;2996;p31"/>
          <p:cNvGrpSpPr/>
          <p:nvPr/>
        </p:nvGrpSpPr>
        <p:grpSpPr>
          <a:xfrm>
            <a:off x="4386090" y="3455476"/>
            <a:ext cx="182188" cy="174783"/>
            <a:chOff x="7021900" y="938575"/>
            <a:chExt cx="243600" cy="243600"/>
          </a:xfrm>
        </p:grpSpPr>
        <p:sp>
          <p:nvSpPr>
            <p:cNvPr id="2997" name="Google Shape;2997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98" name="Google Shape;2998;p31"/>
            <p:cNvCxnSpPr>
              <a:stCxn id="2997" idx="0"/>
              <a:endCxn id="299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9" name="Google Shape;2999;p31"/>
            <p:cNvCxnSpPr>
              <a:stCxn id="2997" idx="2"/>
              <a:endCxn id="299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00" name="Google Shape;3000;p31"/>
          <p:cNvSpPr/>
          <p:nvPr/>
        </p:nvSpPr>
        <p:spPr>
          <a:xfrm>
            <a:off x="4100949" y="2269029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31"/>
          <p:cNvSpPr txBox="1"/>
          <p:nvPr/>
        </p:nvSpPr>
        <p:spPr>
          <a:xfrm>
            <a:off x="4724725" y="2619999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2" name="Google Shape;3002;p31"/>
          <p:cNvGrpSpPr/>
          <p:nvPr/>
        </p:nvGrpSpPr>
        <p:grpSpPr>
          <a:xfrm>
            <a:off x="5990181" y="2352555"/>
            <a:ext cx="182188" cy="174783"/>
            <a:chOff x="7021900" y="938575"/>
            <a:chExt cx="243600" cy="243600"/>
          </a:xfrm>
        </p:grpSpPr>
        <p:sp>
          <p:nvSpPr>
            <p:cNvPr id="3003" name="Google Shape;3003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4" name="Google Shape;3004;p31"/>
            <p:cNvCxnSpPr>
              <a:stCxn id="3003" idx="0"/>
              <a:endCxn id="300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5" name="Google Shape;3005;p31"/>
            <p:cNvCxnSpPr>
              <a:stCxn id="3003" idx="2"/>
              <a:endCxn id="300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06" name="Google Shape;3006;p31"/>
          <p:cNvGrpSpPr/>
          <p:nvPr/>
        </p:nvGrpSpPr>
        <p:grpSpPr>
          <a:xfrm>
            <a:off x="5413364" y="2352555"/>
            <a:ext cx="182188" cy="174783"/>
            <a:chOff x="7021900" y="938575"/>
            <a:chExt cx="243600" cy="243600"/>
          </a:xfrm>
        </p:grpSpPr>
        <p:sp>
          <p:nvSpPr>
            <p:cNvPr id="3007" name="Google Shape;3007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8" name="Google Shape;3008;p31"/>
            <p:cNvCxnSpPr>
              <a:stCxn id="3007" idx="0"/>
              <a:endCxn id="300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9" name="Google Shape;3009;p31"/>
            <p:cNvCxnSpPr>
              <a:stCxn id="3007" idx="2"/>
              <a:endCxn id="300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10" name="Google Shape;3010;p31"/>
          <p:cNvGrpSpPr/>
          <p:nvPr/>
        </p:nvGrpSpPr>
        <p:grpSpPr>
          <a:xfrm>
            <a:off x="4851362" y="2352555"/>
            <a:ext cx="182188" cy="174783"/>
            <a:chOff x="7021900" y="938575"/>
            <a:chExt cx="243600" cy="243600"/>
          </a:xfrm>
        </p:grpSpPr>
        <p:sp>
          <p:nvSpPr>
            <p:cNvPr id="3011" name="Google Shape;3011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12" name="Google Shape;3012;p31"/>
            <p:cNvCxnSpPr>
              <a:stCxn id="3011" idx="0"/>
              <a:endCxn id="301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3" name="Google Shape;3013;p31"/>
            <p:cNvCxnSpPr>
              <a:stCxn id="3011" idx="2"/>
              <a:endCxn id="301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14" name="Google Shape;3014;p31"/>
          <p:cNvGrpSpPr/>
          <p:nvPr/>
        </p:nvGrpSpPr>
        <p:grpSpPr>
          <a:xfrm>
            <a:off x="4264216" y="2352555"/>
            <a:ext cx="182188" cy="174783"/>
            <a:chOff x="7021900" y="938575"/>
            <a:chExt cx="243600" cy="243600"/>
          </a:xfrm>
        </p:grpSpPr>
        <p:sp>
          <p:nvSpPr>
            <p:cNvPr id="3015" name="Google Shape;3015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16" name="Google Shape;3016;p31"/>
            <p:cNvCxnSpPr>
              <a:stCxn id="3015" idx="0"/>
              <a:endCxn id="301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7" name="Google Shape;3017;p31"/>
            <p:cNvCxnSpPr>
              <a:stCxn id="3015" idx="2"/>
              <a:endCxn id="301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18" name="Google Shape;3018;p31"/>
          <p:cNvGrpSpPr/>
          <p:nvPr/>
        </p:nvGrpSpPr>
        <p:grpSpPr>
          <a:xfrm>
            <a:off x="6532671" y="2352555"/>
            <a:ext cx="182188" cy="174783"/>
            <a:chOff x="7021900" y="938575"/>
            <a:chExt cx="243600" cy="243600"/>
          </a:xfrm>
        </p:grpSpPr>
        <p:sp>
          <p:nvSpPr>
            <p:cNvPr id="3019" name="Google Shape;3019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0" name="Google Shape;3020;p31"/>
            <p:cNvCxnSpPr>
              <a:stCxn id="3019" idx="0"/>
              <a:endCxn id="301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1" name="Google Shape;3021;p31"/>
            <p:cNvCxnSpPr>
              <a:stCxn id="3019" idx="2"/>
              <a:endCxn id="301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2" name="Google Shape;3022;p31"/>
          <p:cNvGrpSpPr/>
          <p:nvPr/>
        </p:nvGrpSpPr>
        <p:grpSpPr>
          <a:xfrm>
            <a:off x="7086453" y="2352555"/>
            <a:ext cx="182188" cy="174783"/>
            <a:chOff x="7021900" y="938575"/>
            <a:chExt cx="243600" cy="243600"/>
          </a:xfrm>
        </p:grpSpPr>
        <p:sp>
          <p:nvSpPr>
            <p:cNvPr id="3023" name="Google Shape;3023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4" name="Google Shape;3024;p31"/>
            <p:cNvCxnSpPr>
              <a:stCxn id="3023" idx="0"/>
              <a:endCxn id="302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5" name="Google Shape;3025;p31"/>
            <p:cNvCxnSpPr>
              <a:stCxn id="3023" idx="2"/>
              <a:endCxn id="302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6" name="Google Shape;3026;p31"/>
          <p:cNvGrpSpPr/>
          <p:nvPr/>
        </p:nvGrpSpPr>
        <p:grpSpPr>
          <a:xfrm>
            <a:off x="7640235" y="2352555"/>
            <a:ext cx="182188" cy="174783"/>
            <a:chOff x="7021900" y="938575"/>
            <a:chExt cx="243600" cy="243600"/>
          </a:xfrm>
        </p:grpSpPr>
        <p:sp>
          <p:nvSpPr>
            <p:cNvPr id="3027" name="Google Shape;3027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8" name="Google Shape;3028;p31"/>
            <p:cNvCxnSpPr>
              <a:stCxn id="3027" idx="0"/>
              <a:endCxn id="302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9" name="Google Shape;3029;p31"/>
            <p:cNvCxnSpPr>
              <a:stCxn id="3027" idx="2"/>
              <a:endCxn id="302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30" name="Google Shape;3030;p31"/>
          <p:cNvGrpSpPr/>
          <p:nvPr/>
        </p:nvGrpSpPr>
        <p:grpSpPr>
          <a:xfrm>
            <a:off x="5728494" y="3455476"/>
            <a:ext cx="182188" cy="174783"/>
            <a:chOff x="7021900" y="938575"/>
            <a:chExt cx="243600" cy="243600"/>
          </a:xfrm>
        </p:grpSpPr>
        <p:sp>
          <p:nvSpPr>
            <p:cNvPr id="3031" name="Google Shape;3031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32" name="Google Shape;3032;p31"/>
            <p:cNvCxnSpPr>
              <a:stCxn id="3031" idx="0"/>
              <a:endCxn id="303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3" name="Google Shape;3033;p31"/>
            <p:cNvCxnSpPr>
              <a:stCxn id="3031" idx="2"/>
              <a:endCxn id="303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34" name="Google Shape;3034;p31"/>
          <p:cNvGrpSpPr/>
          <p:nvPr/>
        </p:nvGrpSpPr>
        <p:grpSpPr>
          <a:xfrm>
            <a:off x="5281026" y="3455476"/>
            <a:ext cx="182188" cy="174783"/>
            <a:chOff x="7021900" y="938575"/>
            <a:chExt cx="243600" cy="243600"/>
          </a:xfrm>
        </p:grpSpPr>
        <p:sp>
          <p:nvSpPr>
            <p:cNvPr id="3035" name="Google Shape;3035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36" name="Google Shape;3036;p31"/>
            <p:cNvCxnSpPr>
              <a:stCxn id="3035" idx="0"/>
              <a:endCxn id="303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7" name="Google Shape;3037;p31"/>
            <p:cNvCxnSpPr>
              <a:stCxn id="3035" idx="2"/>
              <a:endCxn id="303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38" name="Google Shape;3038;p31"/>
          <p:cNvGrpSpPr/>
          <p:nvPr/>
        </p:nvGrpSpPr>
        <p:grpSpPr>
          <a:xfrm>
            <a:off x="4833558" y="3455476"/>
            <a:ext cx="182188" cy="174783"/>
            <a:chOff x="7021900" y="938575"/>
            <a:chExt cx="243600" cy="243600"/>
          </a:xfrm>
        </p:grpSpPr>
        <p:sp>
          <p:nvSpPr>
            <p:cNvPr id="3039" name="Google Shape;3039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0" name="Google Shape;3040;p31"/>
            <p:cNvCxnSpPr>
              <a:stCxn id="3039" idx="0"/>
              <a:endCxn id="303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1" name="Google Shape;3041;p31"/>
            <p:cNvCxnSpPr>
              <a:stCxn id="3039" idx="2"/>
              <a:endCxn id="303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42" name="Google Shape;3042;p31"/>
          <p:cNvGrpSpPr/>
          <p:nvPr/>
        </p:nvGrpSpPr>
        <p:grpSpPr>
          <a:xfrm>
            <a:off x="6175962" y="3455476"/>
            <a:ext cx="182188" cy="174783"/>
            <a:chOff x="7021900" y="938575"/>
            <a:chExt cx="243600" cy="243600"/>
          </a:xfrm>
        </p:grpSpPr>
        <p:sp>
          <p:nvSpPr>
            <p:cNvPr id="3043" name="Google Shape;3043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4" name="Google Shape;3044;p31"/>
            <p:cNvCxnSpPr>
              <a:stCxn id="3043" idx="0"/>
              <a:endCxn id="304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5" name="Google Shape;3045;p31"/>
            <p:cNvCxnSpPr>
              <a:stCxn id="3043" idx="2"/>
              <a:endCxn id="304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46" name="Google Shape;3046;p31"/>
          <p:cNvGrpSpPr/>
          <p:nvPr/>
        </p:nvGrpSpPr>
        <p:grpSpPr>
          <a:xfrm>
            <a:off x="6623430" y="3455476"/>
            <a:ext cx="182188" cy="174783"/>
            <a:chOff x="7021900" y="938575"/>
            <a:chExt cx="243600" cy="243600"/>
          </a:xfrm>
        </p:grpSpPr>
        <p:sp>
          <p:nvSpPr>
            <p:cNvPr id="3047" name="Google Shape;3047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8" name="Google Shape;3048;p31"/>
            <p:cNvCxnSpPr>
              <a:stCxn id="3047" idx="0"/>
              <a:endCxn id="304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9" name="Google Shape;3049;p31"/>
            <p:cNvCxnSpPr>
              <a:stCxn id="3047" idx="2"/>
              <a:endCxn id="304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50" name="Google Shape;3050;p31"/>
          <p:cNvGrpSpPr/>
          <p:nvPr/>
        </p:nvGrpSpPr>
        <p:grpSpPr>
          <a:xfrm>
            <a:off x="7070898" y="3455476"/>
            <a:ext cx="182188" cy="174783"/>
            <a:chOff x="7021900" y="938575"/>
            <a:chExt cx="243600" cy="243600"/>
          </a:xfrm>
        </p:grpSpPr>
        <p:sp>
          <p:nvSpPr>
            <p:cNvPr id="3051" name="Google Shape;3051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2" name="Google Shape;3052;p31"/>
            <p:cNvCxnSpPr>
              <a:stCxn id="3051" idx="0"/>
              <a:endCxn id="305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3" name="Google Shape;3053;p31"/>
            <p:cNvCxnSpPr>
              <a:stCxn id="3051" idx="2"/>
              <a:endCxn id="305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54" name="Google Shape;3054;p31"/>
          <p:cNvGrpSpPr/>
          <p:nvPr/>
        </p:nvGrpSpPr>
        <p:grpSpPr>
          <a:xfrm>
            <a:off x="7518366" y="3455476"/>
            <a:ext cx="182188" cy="174783"/>
            <a:chOff x="7021900" y="938575"/>
            <a:chExt cx="243600" cy="243600"/>
          </a:xfrm>
        </p:grpSpPr>
        <p:sp>
          <p:nvSpPr>
            <p:cNvPr id="3055" name="Google Shape;3055;p31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6" name="Google Shape;3056;p31"/>
            <p:cNvCxnSpPr>
              <a:stCxn id="3055" idx="0"/>
              <a:endCxn id="30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7" name="Google Shape;3057;p31"/>
            <p:cNvCxnSpPr>
              <a:stCxn id="3055" idx="2"/>
              <a:endCxn id="30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58" name="Google Shape;3058;p31"/>
          <p:cNvSpPr txBox="1"/>
          <p:nvPr/>
        </p:nvSpPr>
        <p:spPr>
          <a:xfrm>
            <a:off x="420277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31"/>
          <p:cNvSpPr txBox="1"/>
          <p:nvPr/>
        </p:nvSpPr>
        <p:spPr>
          <a:xfrm>
            <a:off x="465024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31"/>
          <p:cNvSpPr txBox="1"/>
          <p:nvPr/>
        </p:nvSpPr>
        <p:spPr>
          <a:xfrm>
            <a:off x="5097710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31"/>
          <p:cNvSpPr txBox="1"/>
          <p:nvPr/>
        </p:nvSpPr>
        <p:spPr>
          <a:xfrm>
            <a:off x="5545178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31"/>
          <p:cNvSpPr txBox="1"/>
          <p:nvPr/>
        </p:nvSpPr>
        <p:spPr>
          <a:xfrm>
            <a:off x="5992646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31"/>
          <p:cNvSpPr txBox="1"/>
          <p:nvPr/>
        </p:nvSpPr>
        <p:spPr>
          <a:xfrm>
            <a:off x="644011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31"/>
          <p:cNvSpPr txBox="1"/>
          <p:nvPr/>
        </p:nvSpPr>
        <p:spPr>
          <a:xfrm>
            <a:off x="688758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31"/>
          <p:cNvSpPr txBox="1"/>
          <p:nvPr/>
        </p:nvSpPr>
        <p:spPr>
          <a:xfrm>
            <a:off x="7335049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6" name="Google Shape;3066;p31"/>
          <p:cNvCxnSpPr/>
          <p:nvPr/>
        </p:nvCxnSpPr>
        <p:spPr>
          <a:xfrm>
            <a:off x="4026775" y="1725250"/>
            <a:ext cx="3795600" cy="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7" name="Google Shape;3067;p31"/>
          <p:cNvCxnSpPr/>
          <p:nvPr/>
        </p:nvCxnSpPr>
        <p:spPr>
          <a:xfrm>
            <a:off x="4026775" y="1948550"/>
            <a:ext cx="3791400" cy="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8" name="Google Shape;3068;p31"/>
          <p:cNvSpPr txBox="1"/>
          <p:nvPr/>
        </p:nvSpPr>
        <p:spPr>
          <a:xfrm>
            <a:off x="3741963" y="1802911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31"/>
          <p:cNvSpPr txBox="1"/>
          <p:nvPr/>
        </p:nvSpPr>
        <p:spPr>
          <a:xfrm>
            <a:off x="3741963" y="1579617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0" name="Google Shape;3070;p31"/>
          <p:cNvCxnSpPr>
            <a:endCxn id="3071" idx="0"/>
          </p:cNvCxnSpPr>
          <p:nvPr/>
        </p:nvCxnSpPr>
        <p:spPr>
          <a:xfrm rot="10800000">
            <a:off x="4354881" y="1921860"/>
            <a:ext cx="0" cy="34830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2" name="Google Shape;3072;p31"/>
          <p:cNvCxnSpPr>
            <a:endCxn id="3073" idx="4"/>
          </p:cNvCxnSpPr>
          <p:nvPr/>
        </p:nvCxnSpPr>
        <p:spPr>
          <a:xfrm rot="10800000">
            <a:off x="4942336" y="1751666"/>
            <a:ext cx="0" cy="51150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3" name="Google Shape;3073;p31"/>
          <p:cNvSpPr/>
          <p:nvPr/>
        </p:nvSpPr>
        <p:spPr>
          <a:xfrm>
            <a:off x="4914736" y="1698566"/>
            <a:ext cx="55200" cy="53100"/>
          </a:xfrm>
          <a:prstGeom prst="ellipse">
            <a:avLst/>
          </a:prstGeom>
          <a:solidFill>
            <a:srgbClr val="C0392B"/>
          </a:solidFill>
          <a:ln cap="flat" cmpd="sng" w="55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31"/>
          <p:cNvSpPr/>
          <p:nvPr/>
        </p:nvSpPr>
        <p:spPr>
          <a:xfrm>
            <a:off x="4327281" y="1921860"/>
            <a:ext cx="55200" cy="53100"/>
          </a:xfrm>
          <a:prstGeom prst="ellipse">
            <a:avLst/>
          </a:prstGeom>
          <a:solidFill>
            <a:srgbClr val="2980B9"/>
          </a:solidFill>
          <a:ln cap="flat" cmpd="sng" w="55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31"/>
          <p:cNvSpPr txBox="1"/>
          <p:nvPr/>
        </p:nvSpPr>
        <p:spPr>
          <a:xfrm>
            <a:off x="5204174" y="2619988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31"/>
          <p:cNvSpPr txBox="1"/>
          <p:nvPr/>
        </p:nvSpPr>
        <p:spPr>
          <a:xfrm>
            <a:off x="5778729" y="2602904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31"/>
          <p:cNvSpPr txBox="1"/>
          <p:nvPr/>
        </p:nvSpPr>
        <p:spPr>
          <a:xfrm>
            <a:off x="6331664" y="260116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31"/>
          <p:cNvSpPr txBox="1"/>
          <p:nvPr/>
        </p:nvSpPr>
        <p:spPr>
          <a:xfrm>
            <a:off x="6860874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8" name="Google Shape;3078;p31"/>
          <p:cNvSpPr txBox="1"/>
          <p:nvPr/>
        </p:nvSpPr>
        <p:spPr>
          <a:xfrm>
            <a:off x="7437500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31"/>
          <p:cNvSpPr txBox="1"/>
          <p:nvPr/>
        </p:nvSpPr>
        <p:spPr>
          <a:xfrm>
            <a:off x="4120623" y="2600055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0" name="Google Shape;3080;p31"/>
          <p:cNvCxnSpPr/>
          <p:nvPr/>
        </p:nvCxnSpPr>
        <p:spPr>
          <a:xfrm rot="10800000">
            <a:off x="4074400" y="4317254"/>
            <a:ext cx="3822000" cy="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1" name="Google Shape;3081;p31"/>
          <p:cNvCxnSpPr>
            <a:endCxn id="3082" idx="4"/>
          </p:cNvCxnSpPr>
          <p:nvPr/>
        </p:nvCxnSpPr>
        <p:spPr>
          <a:xfrm>
            <a:off x="5822506" y="3731820"/>
            <a:ext cx="0" cy="6054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2" name="Google Shape;3082;p31"/>
          <p:cNvSpPr/>
          <p:nvPr/>
        </p:nvSpPr>
        <p:spPr>
          <a:xfrm>
            <a:off x="5794906" y="4284120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31"/>
          <p:cNvSpPr txBox="1"/>
          <p:nvPr/>
        </p:nvSpPr>
        <p:spPr>
          <a:xfrm>
            <a:off x="7918975" y="4165025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5" name="Google Shape;3085;p31"/>
          <p:cNvGraphicFramePr/>
          <p:nvPr/>
        </p:nvGraphicFramePr>
        <p:xfrm>
          <a:off x="386025" y="609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1073025"/>
                <a:gridCol w="1259550"/>
                <a:gridCol w="1211500"/>
                <a:gridCol w="1436425"/>
                <a:gridCol w="31902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Applications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1E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Thermistor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E44A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rgbClr val="8E44A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or S2 + G (0V ref)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Analog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Resistance variation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Supply / Outdoor / Return air temp. / pipe changeover detection (2-pipe auto H/C switching) / etc … 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86" name="Google Shape;3086;p31"/>
          <p:cNvSpPr/>
          <p:nvPr/>
        </p:nvSpPr>
        <p:spPr>
          <a:xfrm>
            <a:off x="386030" y="1415992"/>
            <a:ext cx="26517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31"/>
          <p:cNvSpPr/>
          <p:nvPr/>
        </p:nvSpPr>
        <p:spPr>
          <a:xfrm>
            <a:off x="386030" y="1415992"/>
            <a:ext cx="2651700" cy="2925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WIRING NOTES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31"/>
          <p:cNvSpPr/>
          <p:nvPr/>
        </p:nvSpPr>
        <p:spPr>
          <a:xfrm>
            <a:off x="492675" y="1778772"/>
            <a:ext cx="243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Connect thermistor between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(or S2) and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9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external power supply needed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2-wire, no polarity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Max cable length: 20 m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31"/>
          <p:cNvSpPr/>
          <p:nvPr/>
        </p:nvSpPr>
        <p:spPr>
          <a:xfrm>
            <a:off x="386075" y="2710522"/>
            <a:ext cx="2651700" cy="10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31"/>
          <p:cNvSpPr/>
          <p:nvPr/>
        </p:nvSpPr>
        <p:spPr>
          <a:xfrm>
            <a:off x="386080" y="2710522"/>
            <a:ext cx="2651700" cy="292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31"/>
          <p:cNvSpPr/>
          <p:nvPr/>
        </p:nvSpPr>
        <p:spPr>
          <a:xfrm>
            <a:off x="568950" y="3048847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Sensor type must be configured: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thermostat parameter screen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AGRID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 (or via BMS)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p31"/>
          <p:cNvSpPr/>
          <p:nvPr/>
        </p:nvSpPr>
        <p:spPr>
          <a:xfrm>
            <a:off x="3681475" y="4625275"/>
            <a:ext cx="4821900" cy="3201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ℹ  Thermistor provides remote temperature measurement — supply air, outdoo</a:t>
            </a:r>
            <a:r>
              <a:rPr lang="en-US" sz="900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r, r</a:t>
            </a:r>
            <a:r>
              <a:rPr i="0" lang="en-US" sz="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eturn air temperature, </a:t>
            </a:r>
            <a:r>
              <a:rPr lang="en-US" sz="900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pipe changeover detection (2-pipe auto H/C switching)</a:t>
            </a:r>
            <a:endParaRPr i="0" sz="900" u="none" cap="none" strike="noStrike">
              <a:solidFill>
                <a:srgbClr val="2471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3" name="Google Shape;30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916514" y="3857566"/>
            <a:ext cx="498099" cy="354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4" name="Google Shape;3094;p31"/>
          <p:cNvCxnSpPr/>
          <p:nvPr/>
        </p:nvCxnSpPr>
        <p:spPr>
          <a:xfrm>
            <a:off x="7161991" y="3708087"/>
            <a:ext cx="0" cy="172500"/>
          </a:xfrm>
          <a:prstGeom prst="straightConnector1">
            <a:avLst/>
          </a:prstGeom>
          <a:noFill/>
          <a:ln cap="flat" cmpd="sng" w="16575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5" name="Google Shape;3095;p31"/>
          <p:cNvCxnSpPr>
            <a:endCxn id="3096" idx="4"/>
          </p:cNvCxnSpPr>
          <p:nvPr/>
        </p:nvCxnSpPr>
        <p:spPr>
          <a:xfrm>
            <a:off x="7162006" y="4199495"/>
            <a:ext cx="0" cy="1443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6" name="Google Shape;3096;p31"/>
          <p:cNvSpPr/>
          <p:nvPr/>
        </p:nvSpPr>
        <p:spPr>
          <a:xfrm>
            <a:off x="7134406" y="4290695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p31"/>
          <p:cNvSpPr/>
          <p:nvPr/>
        </p:nvSpPr>
        <p:spPr>
          <a:xfrm>
            <a:off x="386025" y="3870047"/>
            <a:ext cx="2651700" cy="114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31"/>
          <p:cNvSpPr/>
          <p:nvPr/>
        </p:nvSpPr>
        <p:spPr>
          <a:xfrm>
            <a:off x="386030" y="3870047"/>
            <a:ext cx="2651700" cy="292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SUPPORTED THERMISTORS</a:t>
            </a:r>
            <a:b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(reference list)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31"/>
          <p:cNvSpPr/>
          <p:nvPr/>
        </p:nvSpPr>
        <p:spPr>
          <a:xfrm>
            <a:off x="568900" y="4208371"/>
            <a:ext cx="22860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NTC 5K 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TC 10K Type II &amp; Type III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NTC 20K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PT1000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PT 500</a:t>
            </a:r>
            <a:endParaRPr i="0" sz="9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p32"/>
          <p:cNvSpPr/>
          <p:nvPr/>
        </p:nvSpPr>
        <p:spPr>
          <a:xfrm>
            <a:off x="386075" y="2622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Sensor wiring: Dry Contact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32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32"/>
          <p:cNvSpPr/>
          <p:nvPr/>
        </p:nvSpPr>
        <p:spPr>
          <a:xfrm>
            <a:off x="4100947" y="3371966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8" name="Google Shape;3108;p32"/>
          <p:cNvGrpSpPr/>
          <p:nvPr/>
        </p:nvGrpSpPr>
        <p:grpSpPr>
          <a:xfrm>
            <a:off x="4386090" y="3455476"/>
            <a:ext cx="182188" cy="174783"/>
            <a:chOff x="7021900" y="938575"/>
            <a:chExt cx="243600" cy="243600"/>
          </a:xfrm>
        </p:grpSpPr>
        <p:sp>
          <p:nvSpPr>
            <p:cNvPr id="3109" name="Google Shape;3109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0" name="Google Shape;3110;p32"/>
            <p:cNvCxnSpPr>
              <a:stCxn id="3109" idx="0"/>
              <a:endCxn id="310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1" name="Google Shape;3111;p32"/>
            <p:cNvCxnSpPr>
              <a:stCxn id="3109" idx="2"/>
              <a:endCxn id="310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12" name="Google Shape;3112;p32"/>
          <p:cNvSpPr/>
          <p:nvPr/>
        </p:nvSpPr>
        <p:spPr>
          <a:xfrm>
            <a:off x="4100949" y="2269029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32"/>
          <p:cNvSpPr txBox="1"/>
          <p:nvPr/>
        </p:nvSpPr>
        <p:spPr>
          <a:xfrm>
            <a:off x="4724725" y="2619999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4" name="Google Shape;3114;p32"/>
          <p:cNvGrpSpPr/>
          <p:nvPr/>
        </p:nvGrpSpPr>
        <p:grpSpPr>
          <a:xfrm>
            <a:off x="5990181" y="2352555"/>
            <a:ext cx="182188" cy="174783"/>
            <a:chOff x="7021900" y="938575"/>
            <a:chExt cx="243600" cy="243600"/>
          </a:xfrm>
        </p:grpSpPr>
        <p:sp>
          <p:nvSpPr>
            <p:cNvPr id="3115" name="Google Shape;3115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6" name="Google Shape;3116;p32"/>
            <p:cNvCxnSpPr>
              <a:stCxn id="3115" idx="0"/>
              <a:endCxn id="311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7" name="Google Shape;3117;p32"/>
            <p:cNvCxnSpPr>
              <a:stCxn id="3115" idx="2"/>
              <a:endCxn id="311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18" name="Google Shape;3118;p32"/>
          <p:cNvGrpSpPr/>
          <p:nvPr/>
        </p:nvGrpSpPr>
        <p:grpSpPr>
          <a:xfrm>
            <a:off x="5413364" y="2352555"/>
            <a:ext cx="182188" cy="174783"/>
            <a:chOff x="7021900" y="938575"/>
            <a:chExt cx="243600" cy="243600"/>
          </a:xfrm>
        </p:grpSpPr>
        <p:sp>
          <p:nvSpPr>
            <p:cNvPr id="3119" name="Google Shape;3119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0" name="Google Shape;3120;p32"/>
            <p:cNvCxnSpPr>
              <a:stCxn id="3119" idx="0"/>
              <a:endCxn id="311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1" name="Google Shape;3121;p32"/>
            <p:cNvCxnSpPr>
              <a:stCxn id="3119" idx="2"/>
              <a:endCxn id="311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22" name="Google Shape;3122;p32"/>
          <p:cNvGrpSpPr/>
          <p:nvPr/>
        </p:nvGrpSpPr>
        <p:grpSpPr>
          <a:xfrm>
            <a:off x="4851362" y="2352555"/>
            <a:ext cx="182188" cy="174783"/>
            <a:chOff x="7021900" y="938575"/>
            <a:chExt cx="243600" cy="243600"/>
          </a:xfrm>
        </p:grpSpPr>
        <p:sp>
          <p:nvSpPr>
            <p:cNvPr id="3123" name="Google Shape;3123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4" name="Google Shape;3124;p32"/>
            <p:cNvCxnSpPr>
              <a:stCxn id="3123" idx="0"/>
              <a:endCxn id="312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5" name="Google Shape;3125;p32"/>
            <p:cNvCxnSpPr>
              <a:stCxn id="3123" idx="2"/>
              <a:endCxn id="312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26" name="Google Shape;3126;p32"/>
          <p:cNvGrpSpPr/>
          <p:nvPr/>
        </p:nvGrpSpPr>
        <p:grpSpPr>
          <a:xfrm>
            <a:off x="4264216" y="2352555"/>
            <a:ext cx="182188" cy="174783"/>
            <a:chOff x="7021900" y="938575"/>
            <a:chExt cx="243600" cy="243600"/>
          </a:xfrm>
        </p:grpSpPr>
        <p:sp>
          <p:nvSpPr>
            <p:cNvPr id="3127" name="Google Shape;3127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8" name="Google Shape;3128;p32"/>
            <p:cNvCxnSpPr>
              <a:stCxn id="3127" idx="0"/>
              <a:endCxn id="312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9" name="Google Shape;3129;p32"/>
            <p:cNvCxnSpPr>
              <a:stCxn id="3127" idx="2"/>
              <a:endCxn id="312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30" name="Google Shape;3130;p32"/>
          <p:cNvGrpSpPr/>
          <p:nvPr/>
        </p:nvGrpSpPr>
        <p:grpSpPr>
          <a:xfrm>
            <a:off x="6532671" y="2352555"/>
            <a:ext cx="182188" cy="174783"/>
            <a:chOff x="7021900" y="938575"/>
            <a:chExt cx="243600" cy="243600"/>
          </a:xfrm>
        </p:grpSpPr>
        <p:sp>
          <p:nvSpPr>
            <p:cNvPr id="3131" name="Google Shape;3131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2" name="Google Shape;3132;p32"/>
            <p:cNvCxnSpPr>
              <a:stCxn id="3131" idx="0"/>
              <a:endCxn id="313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33" name="Google Shape;3133;p32"/>
            <p:cNvCxnSpPr>
              <a:stCxn id="3131" idx="2"/>
              <a:endCxn id="313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34" name="Google Shape;3134;p32"/>
          <p:cNvGrpSpPr/>
          <p:nvPr/>
        </p:nvGrpSpPr>
        <p:grpSpPr>
          <a:xfrm>
            <a:off x="7086453" y="2352555"/>
            <a:ext cx="182188" cy="174783"/>
            <a:chOff x="7021900" y="938575"/>
            <a:chExt cx="243600" cy="243600"/>
          </a:xfrm>
        </p:grpSpPr>
        <p:sp>
          <p:nvSpPr>
            <p:cNvPr id="3135" name="Google Shape;3135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6" name="Google Shape;3136;p32"/>
            <p:cNvCxnSpPr>
              <a:stCxn id="3135" idx="0"/>
              <a:endCxn id="313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37" name="Google Shape;3137;p32"/>
            <p:cNvCxnSpPr>
              <a:stCxn id="3135" idx="2"/>
              <a:endCxn id="313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38" name="Google Shape;3138;p32"/>
          <p:cNvGrpSpPr/>
          <p:nvPr/>
        </p:nvGrpSpPr>
        <p:grpSpPr>
          <a:xfrm>
            <a:off x="7640235" y="2352555"/>
            <a:ext cx="182188" cy="174783"/>
            <a:chOff x="7021900" y="938575"/>
            <a:chExt cx="243600" cy="243600"/>
          </a:xfrm>
        </p:grpSpPr>
        <p:sp>
          <p:nvSpPr>
            <p:cNvPr id="3139" name="Google Shape;3139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0" name="Google Shape;3140;p32"/>
            <p:cNvCxnSpPr>
              <a:stCxn id="3139" idx="0"/>
              <a:endCxn id="313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1" name="Google Shape;3141;p32"/>
            <p:cNvCxnSpPr>
              <a:stCxn id="3139" idx="2"/>
              <a:endCxn id="313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42" name="Google Shape;3142;p32"/>
          <p:cNvGrpSpPr/>
          <p:nvPr/>
        </p:nvGrpSpPr>
        <p:grpSpPr>
          <a:xfrm>
            <a:off x="5728494" y="3455476"/>
            <a:ext cx="182188" cy="174783"/>
            <a:chOff x="7021900" y="938575"/>
            <a:chExt cx="243600" cy="243600"/>
          </a:xfrm>
        </p:grpSpPr>
        <p:sp>
          <p:nvSpPr>
            <p:cNvPr id="3143" name="Google Shape;3143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4" name="Google Shape;3144;p32"/>
            <p:cNvCxnSpPr>
              <a:stCxn id="3143" idx="0"/>
              <a:endCxn id="314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5" name="Google Shape;3145;p32"/>
            <p:cNvCxnSpPr>
              <a:stCxn id="3143" idx="2"/>
              <a:endCxn id="314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46" name="Google Shape;3146;p32"/>
          <p:cNvGrpSpPr/>
          <p:nvPr/>
        </p:nvGrpSpPr>
        <p:grpSpPr>
          <a:xfrm>
            <a:off x="5281026" y="3455476"/>
            <a:ext cx="182188" cy="174783"/>
            <a:chOff x="7021900" y="938575"/>
            <a:chExt cx="243600" cy="243600"/>
          </a:xfrm>
        </p:grpSpPr>
        <p:sp>
          <p:nvSpPr>
            <p:cNvPr id="3147" name="Google Shape;3147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8" name="Google Shape;3148;p32"/>
            <p:cNvCxnSpPr>
              <a:stCxn id="3147" idx="0"/>
              <a:endCxn id="314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9" name="Google Shape;3149;p32"/>
            <p:cNvCxnSpPr>
              <a:stCxn id="3147" idx="2"/>
              <a:endCxn id="314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50" name="Google Shape;3150;p32"/>
          <p:cNvGrpSpPr/>
          <p:nvPr/>
        </p:nvGrpSpPr>
        <p:grpSpPr>
          <a:xfrm>
            <a:off x="4833558" y="3455476"/>
            <a:ext cx="182188" cy="174783"/>
            <a:chOff x="7021900" y="938575"/>
            <a:chExt cx="243600" cy="243600"/>
          </a:xfrm>
        </p:grpSpPr>
        <p:sp>
          <p:nvSpPr>
            <p:cNvPr id="3151" name="Google Shape;3151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2" name="Google Shape;3152;p32"/>
            <p:cNvCxnSpPr>
              <a:stCxn id="3151" idx="0"/>
              <a:endCxn id="315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3" name="Google Shape;3153;p32"/>
            <p:cNvCxnSpPr>
              <a:stCxn id="3151" idx="2"/>
              <a:endCxn id="315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54" name="Google Shape;3154;p32"/>
          <p:cNvGrpSpPr/>
          <p:nvPr/>
        </p:nvGrpSpPr>
        <p:grpSpPr>
          <a:xfrm>
            <a:off x="6175962" y="3455476"/>
            <a:ext cx="182188" cy="174783"/>
            <a:chOff x="7021900" y="938575"/>
            <a:chExt cx="243600" cy="243600"/>
          </a:xfrm>
        </p:grpSpPr>
        <p:sp>
          <p:nvSpPr>
            <p:cNvPr id="3155" name="Google Shape;3155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6" name="Google Shape;3156;p32"/>
            <p:cNvCxnSpPr>
              <a:stCxn id="3155" idx="0"/>
              <a:endCxn id="31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7" name="Google Shape;3157;p32"/>
            <p:cNvCxnSpPr>
              <a:stCxn id="3155" idx="2"/>
              <a:endCxn id="31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58" name="Google Shape;3158;p32"/>
          <p:cNvGrpSpPr/>
          <p:nvPr/>
        </p:nvGrpSpPr>
        <p:grpSpPr>
          <a:xfrm>
            <a:off x="6623430" y="3455476"/>
            <a:ext cx="182188" cy="174783"/>
            <a:chOff x="7021900" y="938575"/>
            <a:chExt cx="243600" cy="243600"/>
          </a:xfrm>
        </p:grpSpPr>
        <p:sp>
          <p:nvSpPr>
            <p:cNvPr id="3159" name="Google Shape;3159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0" name="Google Shape;3160;p32"/>
            <p:cNvCxnSpPr>
              <a:stCxn id="3159" idx="0"/>
              <a:endCxn id="315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1" name="Google Shape;3161;p32"/>
            <p:cNvCxnSpPr>
              <a:stCxn id="3159" idx="2"/>
              <a:endCxn id="315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62" name="Google Shape;3162;p32"/>
          <p:cNvGrpSpPr/>
          <p:nvPr/>
        </p:nvGrpSpPr>
        <p:grpSpPr>
          <a:xfrm>
            <a:off x="7070898" y="3455476"/>
            <a:ext cx="182188" cy="174783"/>
            <a:chOff x="7021900" y="938575"/>
            <a:chExt cx="243600" cy="243600"/>
          </a:xfrm>
        </p:grpSpPr>
        <p:sp>
          <p:nvSpPr>
            <p:cNvPr id="3163" name="Google Shape;3163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4" name="Google Shape;3164;p32"/>
            <p:cNvCxnSpPr>
              <a:stCxn id="3163" idx="0"/>
              <a:endCxn id="316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5" name="Google Shape;3165;p32"/>
            <p:cNvCxnSpPr>
              <a:stCxn id="3163" idx="2"/>
              <a:endCxn id="316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66" name="Google Shape;3166;p32"/>
          <p:cNvGrpSpPr/>
          <p:nvPr/>
        </p:nvGrpSpPr>
        <p:grpSpPr>
          <a:xfrm>
            <a:off x="7518366" y="3455476"/>
            <a:ext cx="182188" cy="174783"/>
            <a:chOff x="7021900" y="938575"/>
            <a:chExt cx="243600" cy="243600"/>
          </a:xfrm>
        </p:grpSpPr>
        <p:sp>
          <p:nvSpPr>
            <p:cNvPr id="3167" name="Google Shape;3167;p32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8" name="Google Shape;3168;p32"/>
            <p:cNvCxnSpPr>
              <a:stCxn id="3167" idx="0"/>
              <a:endCxn id="316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9" name="Google Shape;3169;p32"/>
            <p:cNvCxnSpPr>
              <a:stCxn id="3167" idx="2"/>
              <a:endCxn id="316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70" name="Google Shape;3170;p32"/>
          <p:cNvSpPr txBox="1"/>
          <p:nvPr/>
        </p:nvSpPr>
        <p:spPr>
          <a:xfrm>
            <a:off x="420277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32"/>
          <p:cNvSpPr txBox="1"/>
          <p:nvPr/>
        </p:nvSpPr>
        <p:spPr>
          <a:xfrm>
            <a:off x="465024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32"/>
          <p:cNvSpPr txBox="1"/>
          <p:nvPr/>
        </p:nvSpPr>
        <p:spPr>
          <a:xfrm>
            <a:off x="5097710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3" name="Google Shape;3173;p32"/>
          <p:cNvSpPr txBox="1"/>
          <p:nvPr/>
        </p:nvSpPr>
        <p:spPr>
          <a:xfrm>
            <a:off x="5545178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32"/>
          <p:cNvSpPr txBox="1"/>
          <p:nvPr/>
        </p:nvSpPr>
        <p:spPr>
          <a:xfrm>
            <a:off x="5992646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32"/>
          <p:cNvSpPr txBox="1"/>
          <p:nvPr/>
        </p:nvSpPr>
        <p:spPr>
          <a:xfrm>
            <a:off x="644011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32"/>
          <p:cNvSpPr txBox="1"/>
          <p:nvPr/>
        </p:nvSpPr>
        <p:spPr>
          <a:xfrm>
            <a:off x="688758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32"/>
          <p:cNvSpPr txBox="1"/>
          <p:nvPr/>
        </p:nvSpPr>
        <p:spPr>
          <a:xfrm>
            <a:off x="7335049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8" name="Google Shape;3178;p32"/>
          <p:cNvCxnSpPr/>
          <p:nvPr/>
        </p:nvCxnSpPr>
        <p:spPr>
          <a:xfrm>
            <a:off x="4100950" y="1725250"/>
            <a:ext cx="3721500" cy="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9" name="Google Shape;3179;p32"/>
          <p:cNvCxnSpPr/>
          <p:nvPr/>
        </p:nvCxnSpPr>
        <p:spPr>
          <a:xfrm>
            <a:off x="4100950" y="1948550"/>
            <a:ext cx="3717300" cy="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0" name="Google Shape;3180;p32"/>
          <p:cNvSpPr txBox="1"/>
          <p:nvPr/>
        </p:nvSpPr>
        <p:spPr>
          <a:xfrm>
            <a:off x="3837213" y="1802911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32"/>
          <p:cNvSpPr txBox="1"/>
          <p:nvPr/>
        </p:nvSpPr>
        <p:spPr>
          <a:xfrm>
            <a:off x="3837213" y="1579617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2" name="Google Shape;3182;p32"/>
          <p:cNvCxnSpPr>
            <a:endCxn id="3183" idx="0"/>
          </p:cNvCxnSpPr>
          <p:nvPr/>
        </p:nvCxnSpPr>
        <p:spPr>
          <a:xfrm rot="10800000">
            <a:off x="4354881" y="1921860"/>
            <a:ext cx="0" cy="34830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4" name="Google Shape;3184;p32"/>
          <p:cNvCxnSpPr>
            <a:endCxn id="3185" idx="4"/>
          </p:cNvCxnSpPr>
          <p:nvPr/>
        </p:nvCxnSpPr>
        <p:spPr>
          <a:xfrm rot="10800000">
            <a:off x="4942336" y="1751666"/>
            <a:ext cx="0" cy="51150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5" name="Google Shape;3185;p32"/>
          <p:cNvSpPr/>
          <p:nvPr/>
        </p:nvSpPr>
        <p:spPr>
          <a:xfrm>
            <a:off x="4914736" y="1698566"/>
            <a:ext cx="55200" cy="53100"/>
          </a:xfrm>
          <a:prstGeom prst="ellipse">
            <a:avLst/>
          </a:prstGeom>
          <a:solidFill>
            <a:srgbClr val="C0392B"/>
          </a:solidFill>
          <a:ln cap="flat" cmpd="sng" w="55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3" name="Google Shape;3183;p32"/>
          <p:cNvSpPr/>
          <p:nvPr/>
        </p:nvSpPr>
        <p:spPr>
          <a:xfrm>
            <a:off x="4327281" y="1921860"/>
            <a:ext cx="55200" cy="53100"/>
          </a:xfrm>
          <a:prstGeom prst="ellipse">
            <a:avLst/>
          </a:prstGeom>
          <a:solidFill>
            <a:srgbClr val="2980B9"/>
          </a:solidFill>
          <a:ln cap="flat" cmpd="sng" w="55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p32"/>
          <p:cNvSpPr txBox="1"/>
          <p:nvPr/>
        </p:nvSpPr>
        <p:spPr>
          <a:xfrm>
            <a:off x="5204174" y="2619988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32"/>
          <p:cNvSpPr txBox="1"/>
          <p:nvPr/>
        </p:nvSpPr>
        <p:spPr>
          <a:xfrm>
            <a:off x="5778729" y="2602904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32"/>
          <p:cNvSpPr txBox="1"/>
          <p:nvPr/>
        </p:nvSpPr>
        <p:spPr>
          <a:xfrm>
            <a:off x="6331664" y="260116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32"/>
          <p:cNvSpPr txBox="1"/>
          <p:nvPr/>
        </p:nvSpPr>
        <p:spPr>
          <a:xfrm>
            <a:off x="6860874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0" name="Google Shape;3190;p32"/>
          <p:cNvSpPr txBox="1"/>
          <p:nvPr/>
        </p:nvSpPr>
        <p:spPr>
          <a:xfrm>
            <a:off x="7437500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32"/>
          <p:cNvSpPr txBox="1"/>
          <p:nvPr/>
        </p:nvSpPr>
        <p:spPr>
          <a:xfrm>
            <a:off x="4120623" y="2600055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2" name="Google Shape;3192;p32"/>
          <p:cNvCxnSpPr/>
          <p:nvPr/>
        </p:nvCxnSpPr>
        <p:spPr>
          <a:xfrm rot="10800000">
            <a:off x="4217200" y="4317254"/>
            <a:ext cx="3679200" cy="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3" name="Google Shape;3193;p32"/>
          <p:cNvCxnSpPr>
            <a:endCxn id="3194" idx="4"/>
          </p:cNvCxnSpPr>
          <p:nvPr/>
        </p:nvCxnSpPr>
        <p:spPr>
          <a:xfrm>
            <a:off x="5819806" y="3536220"/>
            <a:ext cx="2700" cy="8010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4" name="Google Shape;3194;p32"/>
          <p:cNvSpPr/>
          <p:nvPr/>
        </p:nvSpPr>
        <p:spPr>
          <a:xfrm>
            <a:off x="5794906" y="4284120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5" name="Google Shape;319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32"/>
          <p:cNvSpPr txBox="1"/>
          <p:nvPr/>
        </p:nvSpPr>
        <p:spPr>
          <a:xfrm>
            <a:off x="7918975" y="4165025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7" name="Google Shape;3197;p32"/>
          <p:cNvGraphicFramePr/>
          <p:nvPr/>
        </p:nvGraphicFramePr>
        <p:xfrm>
          <a:off x="386025" y="604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1234950"/>
                <a:gridCol w="1331000"/>
                <a:gridCol w="1250800"/>
                <a:gridCol w="1443625"/>
                <a:gridCol w="29103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Applications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 Contact (Switch)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8E44A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or S2 + G (0V ref)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 state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 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key card, badge …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98" name="Google Shape;3198;p32"/>
          <p:cNvSpPr/>
          <p:nvPr/>
        </p:nvSpPr>
        <p:spPr>
          <a:xfrm>
            <a:off x="386030" y="1391239"/>
            <a:ext cx="26517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32"/>
          <p:cNvSpPr/>
          <p:nvPr/>
        </p:nvSpPr>
        <p:spPr>
          <a:xfrm>
            <a:off x="386030" y="1391239"/>
            <a:ext cx="2651700" cy="2925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WIRING NOTES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32"/>
          <p:cNvSpPr/>
          <p:nvPr/>
        </p:nvSpPr>
        <p:spPr>
          <a:xfrm>
            <a:off x="492675" y="1754019"/>
            <a:ext cx="243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Connect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between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(or S2) and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9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external power supply needed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Voltage-free contact only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Max cable length: 20 m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32"/>
          <p:cNvSpPr/>
          <p:nvPr/>
        </p:nvSpPr>
        <p:spPr>
          <a:xfrm>
            <a:off x="386075" y="2685769"/>
            <a:ext cx="2651700" cy="10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32"/>
          <p:cNvSpPr/>
          <p:nvPr/>
        </p:nvSpPr>
        <p:spPr>
          <a:xfrm>
            <a:off x="386080" y="2685769"/>
            <a:ext cx="2651700" cy="292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32"/>
          <p:cNvSpPr/>
          <p:nvPr/>
        </p:nvSpPr>
        <p:spPr>
          <a:xfrm>
            <a:off x="568950" y="3024095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Sensor type must be configured: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thermostat parameter screen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AGRID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 (or via BMS)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32"/>
          <p:cNvSpPr/>
          <p:nvPr/>
        </p:nvSpPr>
        <p:spPr>
          <a:xfrm>
            <a:off x="3681475" y="4625275"/>
            <a:ext cx="4821900" cy="3201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ℹ  </a:t>
            </a:r>
            <a:r>
              <a:rPr lang="en-US" sz="900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Dry contact sensor provides ON/OFF state detection - no external power supply required</a:t>
            </a:r>
            <a:endParaRPr i="0" sz="900" u="none" cap="none" strike="noStrike">
              <a:solidFill>
                <a:srgbClr val="2471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32"/>
          <p:cNvSpPr/>
          <p:nvPr/>
        </p:nvSpPr>
        <p:spPr>
          <a:xfrm>
            <a:off x="7141537" y="4288882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6" name="Google Shape;3206;p32"/>
          <p:cNvSpPr/>
          <p:nvPr/>
        </p:nvSpPr>
        <p:spPr>
          <a:xfrm>
            <a:off x="386025" y="3845294"/>
            <a:ext cx="2651700" cy="114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32"/>
          <p:cNvSpPr/>
          <p:nvPr/>
        </p:nvSpPr>
        <p:spPr>
          <a:xfrm>
            <a:off x="386030" y="3845294"/>
            <a:ext cx="2651700" cy="292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32"/>
          <p:cNvSpPr/>
          <p:nvPr/>
        </p:nvSpPr>
        <p:spPr>
          <a:xfrm>
            <a:off x="568900" y="4183619"/>
            <a:ext cx="22860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open/close detector</a:t>
            </a:r>
            <a:endParaRPr sz="9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Key card / badge presence</a:t>
            </a:r>
            <a:endParaRPr sz="9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900"/>
              <a:buFont typeface="Calibri"/>
              <a:buChar char="•"/>
            </a:pP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Any voltage-free contact</a:t>
            </a:r>
            <a:r>
              <a:rPr lang="en-US" sz="9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9" name="Google Shape;3209;p32"/>
          <p:cNvGrpSpPr/>
          <p:nvPr/>
        </p:nvGrpSpPr>
        <p:grpSpPr>
          <a:xfrm>
            <a:off x="7070735" y="3713899"/>
            <a:ext cx="119019" cy="602573"/>
            <a:chOff x="5994550" y="3527588"/>
            <a:chExt cx="229500" cy="1242675"/>
          </a:xfrm>
        </p:grpSpPr>
        <p:cxnSp>
          <p:nvCxnSpPr>
            <p:cNvPr id="3210" name="Google Shape;3210;p32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1" name="Google Shape;3211;p32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2" name="Google Shape;3212;p32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13" name="Google Shape;3213;p32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32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5" name="Google Shape;3215;p32"/>
          <p:cNvSpPr txBox="1"/>
          <p:nvPr/>
        </p:nvSpPr>
        <p:spPr>
          <a:xfrm>
            <a:off x="7233300" y="3909650"/>
            <a:ext cx="6291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lang="en-US" sz="800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Dry Contact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8"/>
        </a:solidFill>
      </p:bgPr>
    </p:bg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33"/>
          <p:cNvSpPr/>
          <p:nvPr/>
        </p:nvSpPr>
        <p:spPr>
          <a:xfrm>
            <a:off x="386075" y="2622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Georgia"/>
              <a:buNone/>
            </a:pPr>
            <a:r>
              <a:rPr b="1" lang="en-US" sz="2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Sensor wiring: PIR Detector</a:t>
            </a:r>
            <a:endParaRPr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33"/>
          <p:cNvSpPr/>
          <p:nvPr/>
        </p:nvSpPr>
        <p:spPr>
          <a:xfrm>
            <a:off x="6702050" y="140435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AGRID AGR25-01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p33"/>
          <p:cNvSpPr/>
          <p:nvPr/>
        </p:nvSpPr>
        <p:spPr>
          <a:xfrm>
            <a:off x="4100947" y="3371966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4" name="Google Shape;3224;p33"/>
          <p:cNvGrpSpPr/>
          <p:nvPr/>
        </p:nvGrpSpPr>
        <p:grpSpPr>
          <a:xfrm>
            <a:off x="4386090" y="3455476"/>
            <a:ext cx="182188" cy="174783"/>
            <a:chOff x="7021900" y="938575"/>
            <a:chExt cx="243600" cy="243600"/>
          </a:xfrm>
        </p:grpSpPr>
        <p:sp>
          <p:nvSpPr>
            <p:cNvPr id="3225" name="Google Shape;3225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26" name="Google Shape;3226;p33"/>
            <p:cNvCxnSpPr>
              <a:stCxn id="3225" idx="0"/>
              <a:endCxn id="322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27" name="Google Shape;3227;p33"/>
            <p:cNvCxnSpPr>
              <a:stCxn id="3225" idx="2"/>
              <a:endCxn id="322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28" name="Google Shape;3228;p33"/>
          <p:cNvSpPr/>
          <p:nvPr/>
        </p:nvSpPr>
        <p:spPr>
          <a:xfrm>
            <a:off x="4100949" y="2269029"/>
            <a:ext cx="3884700" cy="342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6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9" name="Google Shape;3229;p33"/>
          <p:cNvSpPr txBox="1"/>
          <p:nvPr/>
        </p:nvSpPr>
        <p:spPr>
          <a:xfrm>
            <a:off x="4724725" y="2619999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0" name="Google Shape;3230;p33"/>
          <p:cNvGrpSpPr/>
          <p:nvPr/>
        </p:nvGrpSpPr>
        <p:grpSpPr>
          <a:xfrm>
            <a:off x="5990181" y="2352555"/>
            <a:ext cx="182188" cy="174783"/>
            <a:chOff x="7021900" y="938575"/>
            <a:chExt cx="243600" cy="243600"/>
          </a:xfrm>
        </p:grpSpPr>
        <p:sp>
          <p:nvSpPr>
            <p:cNvPr id="3231" name="Google Shape;3231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2" name="Google Shape;3232;p33"/>
            <p:cNvCxnSpPr>
              <a:stCxn id="3231" idx="0"/>
              <a:endCxn id="323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3" name="Google Shape;3233;p33"/>
            <p:cNvCxnSpPr>
              <a:stCxn id="3231" idx="2"/>
              <a:endCxn id="323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34" name="Google Shape;3234;p33"/>
          <p:cNvGrpSpPr/>
          <p:nvPr/>
        </p:nvGrpSpPr>
        <p:grpSpPr>
          <a:xfrm>
            <a:off x="5413364" y="2352555"/>
            <a:ext cx="182188" cy="174783"/>
            <a:chOff x="7021900" y="938575"/>
            <a:chExt cx="243600" cy="243600"/>
          </a:xfrm>
        </p:grpSpPr>
        <p:sp>
          <p:nvSpPr>
            <p:cNvPr id="3235" name="Google Shape;3235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6" name="Google Shape;3236;p33"/>
            <p:cNvCxnSpPr>
              <a:stCxn id="3235" idx="0"/>
              <a:endCxn id="323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7" name="Google Shape;3237;p33"/>
            <p:cNvCxnSpPr>
              <a:stCxn id="3235" idx="2"/>
              <a:endCxn id="323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38" name="Google Shape;3238;p33"/>
          <p:cNvGrpSpPr/>
          <p:nvPr/>
        </p:nvGrpSpPr>
        <p:grpSpPr>
          <a:xfrm>
            <a:off x="4851362" y="2352555"/>
            <a:ext cx="182188" cy="174783"/>
            <a:chOff x="7021900" y="938575"/>
            <a:chExt cx="243600" cy="243600"/>
          </a:xfrm>
        </p:grpSpPr>
        <p:sp>
          <p:nvSpPr>
            <p:cNvPr id="3239" name="Google Shape;3239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40" name="Google Shape;3240;p33"/>
            <p:cNvCxnSpPr>
              <a:stCxn id="3239" idx="0"/>
              <a:endCxn id="323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1" name="Google Shape;3241;p33"/>
            <p:cNvCxnSpPr>
              <a:stCxn id="3239" idx="2"/>
              <a:endCxn id="323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42" name="Google Shape;3242;p33"/>
          <p:cNvGrpSpPr/>
          <p:nvPr/>
        </p:nvGrpSpPr>
        <p:grpSpPr>
          <a:xfrm>
            <a:off x="4264216" y="2352555"/>
            <a:ext cx="182188" cy="174783"/>
            <a:chOff x="7021900" y="938575"/>
            <a:chExt cx="243600" cy="243600"/>
          </a:xfrm>
        </p:grpSpPr>
        <p:sp>
          <p:nvSpPr>
            <p:cNvPr id="3243" name="Google Shape;3243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44" name="Google Shape;3244;p33"/>
            <p:cNvCxnSpPr>
              <a:stCxn id="3243" idx="0"/>
              <a:endCxn id="324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5" name="Google Shape;3245;p33"/>
            <p:cNvCxnSpPr>
              <a:stCxn id="3243" idx="2"/>
              <a:endCxn id="324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46" name="Google Shape;3246;p33"/>
          <p:cNvGrpSpPr/>
          <p:nvPr/>
        </p:nvGrpSpPr>
        <p:grpSpPr>
          <a:xfrm>
            <a:off x="6532671" y="2352555"/>
            <a:ext cx="182188" cy="174783"/>
            <a:chOff x="7021900" y="938575"/>
            <a:chExt cx="243600" cy="243600"/>
          </a:xfrm>
        </p:grpSpPr>
        <p:sp>
          <p:nvSpPr>
            <p:cNvPr id="3247" name="Google Shape;3247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48" name="Google Shape;3248;p33"/>
            <p:cNvCxnSpPr>
              <a:stCxn id="3247" idx="0"/>
              <a:endCxn id="324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9" name="Google Shape;3249;p33"/>
            <p:cNvCxnSpPr>
              <a:stCxn id="3247" idx="2"/>
              <a:endCxn id="324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50" name="Google Shape;3250;p33"/>
          <p:cNvGrpSpPr/>
          <p:nvPr/>
        </p:nvGrpSpPr>
        <p:grpSpPr>
          <a:xfrm>
            <a:off x="7086453" y="2352555"/>
            <a:ext cx="182188" cy="174783"/>
            <a:chOff x="7021900" y="938575"/>
            <a:chExt cx="243600" cy="243600"/>
          </a:xfrm>
        </p:grpSpPr>
        <p:sp>
          <p:nvSpPr>
            <p:cNvPr id="3251" name="Google Shape;3251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2" name="Google Shape;3252;p33"/>
            <p:cNvCxnSpPr>
              <a:stCxn id="3251" idx="0"/>
              <a:endCxn id="325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3" name="Google Shape;3253;p33"/>
            <p:cNvCxnSpPr>
              <a:stCxn id="3251" idx="2"/>
              <a:endCxn id="325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54" name="Google Shape;3254;p33"/>
          <p:cNvGrpSpPr/>
          <p:nvPr/>
        </p:nvGrpSpPr>
        <p:grpSpPr>
          <a:xfrm>
            <a:off x="7640235" y="2352555"/>
            <a:ext cx="182188" cy="174783"/>
            <a:chOff x="7021900" y="938575"/>
            <a:chExt cx="243600" cy="243600"/>
          </a:xfrm>
        </p:grpSpPr>
        <p:sp>
          <p:nvSpPr>
            <p:cNvPr id="3255" name="Google Shape;3255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6" name="Google Shape;3256;p33"/>
            <p:cNvCxnSpPr>
              <a:stCxn id="3255" idx="0"/>
              <a:endCxn id="325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7" name="Google Shape;3257;p33"/>
            <p:cNvCxnSpPr>
              <a:stCxn id="3255" idx="2"/>
              <a:endCxn id="325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58" name="Google Shape;3258;p33"/>
          <p:cNvGrpSpPr/>
          <p:nvPr/>
        </p:nvGrpSpPr>
        <p:grpSpPr>
          <a:xfrm>
            <a:off x="5728494" y="3455476"/>
            <a:ext cx="182188" cy="174783"/>
            <a:chOff x="7021900" y="938575"/>
            <a:chExt cx="243600" cy="243600"/>
          </a:xfrm>
        </p:grpSpPr>
        <p:sp>
          <p:nvSpPr>
            <p:cNvPr id="3259" name="Google Shape;3259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0" name="Google Shape;3260;p33"/>
            <p:cNvCxnSpPr>
              <a:stCxn id="3259" idx="0"/>
              <a:endCxn id="325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1" name="Google Shape;3261;p33"/>
            <p:cNvCxnSpPr>
              <a:stCxn id="3259" idx="2"/>
              <a:endCxn id="325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62" name="Google Shape;3262;p33"/>
          <p:cNvGrpSpPr/>
          <p:nvPr/>
        </p:nvGrpSpPr>
        <p:grpSpPr>
          <a:xfrm>
            <a:off x="5281026" y="3455476"/>
            <a:ext cx="182188" cy="174783"/>
            <a:chOff x="7021900" y="938575"/>
            <a:chExt cx="243600" cy="243600"/>
          </a:xfrm>
        </p:grpSpPr>
        <p:sp>
          <p:nvSpPr>
            <p:cNvPr id="3263" name="Google Shape;3263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4" name="Google Shape;3264;p33"/>
            <p:cNvCxnSpPr>
              <a:stCxn id="3263" idx="0"/>
              <a:endCxn id="326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5" name="Google Shape;3265;p33"/>
            <p:cNvCxnSpPr>
              <a:stCxn id="3263" idx="2"/>
              <a:endCxn id="326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66" name="Google Shape;3266;p33"/>
          <p:cNvGrpSpPr/>
          <p:nvPr/>
        </p:nvGrpSpPr>
        <p:grpSpPr>
          <a:xfrm>
            <a:off x="4833558" y="3455476"/>
            <a:ext cx="182188" cy="174783"/>
            <a:chOff x="7021900" y="938575"/>
            <a:chExt cx="243600" cy="243600"/>
          </a:xfrm>
        </p:grpSpPr>
        <p:sp>
          <p:nvSpPr>
            <p:cNvPr id="3267" name="Google Shape;3267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8" name="Google Shape;3268;p33"/>
            <p:cNvCxnSpPr>
              <a:stCxn id="3267" idx="0"/>
              <a:endCxn id="3267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9" name="Google Shape;3269;p33"/>
            <p:cNvCxnSpPr>
              <a:stCxn id="3267" idx="2"/>
              <a:endCxn id="3267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70" name="Google Shape;3270;p33"/>
          <p:cNvGrpSpPr/>
          <p:nvPr/>
        </p:nvGrpSpPr>
        <p:grpSpPr>
          <a:xfrm>
            <a:off x="6175962" y="3455476"/>
            <a:ext cx="182188" cy="174783"/>
            <a:chOff x="7021900" y="938575"/>
            <a:chExt cx="243600" cy="243600"/>
          </a:xfrm>
        </p:grpSpPr>
        <p:sp>
          <p:nvSpPr>
            <p:cNvPr id="3271" name="Google Shape;3271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2" name="Google Shape;3272;p33"/>
            <p:cNvCxnSpPr>
              <a:stCxn id="3271" idx="0"/>
              <a:endCxn id="3271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3" name="Google Shape;3273;p33"/>
            <p:cNvCxnSpPr>
              <a:stCxn id="3271" idx="2"/>
              <a:endCxn id="3271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74" name="Google Shape;3274;p33"/>
          <p:cNvGrpSpPr/>
          <p:nvPr/>
        </p:nvGrpSpPr>
        <p:grpSpPr>
          <a:xfrm>
            <a:off x="6623430" y="3455476"/>
            <a:ext cx="182188" cy="174783"/>
            <a:chOff x="7021900" y="938575"/>
            <a:chExt cx="243600" cy="243600"/>
          </a:xfrm>
        </p:grpSpPr>
        <p:sp>
          <p:nvSpPr>
            <p:cNvPr id="3275" name="Google Shape;3275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6" name="Google Shape;3276;p33"/>
            <p:cNvCxnSpPr>
              <a:stCxn id="3275" idx="0"/>
              <a:endCxn id="3275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7" name="Google Shape;3277;p33"/>
            <p:cNvCxnSpPr>
              <a:stCxn id="3275" idx="2"/>
              <a:endCxn id="3275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78" name="Google Shape;3278;p33"/>
          <p:cNvGrpSpPr/>
          <p:nvPr/>
        </p:nvGrpSpPr>
        <p:grpSpPr>
          <a:xfrm>
            <a:off x="7070898" y="3455476"/>
            <a:ext cx="182188" cy="174783"/>
            <a:chOff x="7021900" y="938575"/>
            <a:chExt cx="243600" cy="243600"/>
          </a:xfrm>
        </p:grpSpPr>
        <p:sp>
          <p:nvSpPr>
            <p:cNvPr id="3279" name="Google Shape;3279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0" name="Google Shape;3280;p33"/>
            <p:cNvCxnSpPr>
              <a:stCxn id="3279" idx="0"/>
              <a:endCxn id="3279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1" name="Google Shape;3281;p33"/>
            <p:cNvCxnSpPr>
              <a:stCxn id="3279" idx="2"/>
              <a:endCxn id="3279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82" name="Google Shape;3282;p33"/>
          <p:cNvGrpSpPr/>
          <p:nvPr/>
        </p:nvGrpSpPr>
        <p:grpSpPr>
          <a:xfrm>
            <a:off x="7518366" y="3455476"/>
            <a:ext cx="182188" cy="174783"/>
            <a:chOff x="7021900" y="938575"/>
            <a:chExt cx="243600" cy="243600"/>
          </a:xfrm>
        </p:grpSpPr>
        <p:sp>
          <p:nvSpPr>
            <p:cNvPr id="3283" name="Google Shape;3283;p33"/>
            <p:cNvSpPr/>
            <p:nvPr/>
          </p:nvSpPr>
          <p:spPr>
            <a:xfrm>
              <a:off x="7021900" y="938575"/>
              <a:ext cx="243600" cy="243600"/>
            </a:xfrm>
            <a:prstGeom prst="ellipse">
              <a:avLst/>
            </a:prstGeom>
            <a:solidFill>
              <a:srgbClr val="EEEEEE"/>
            </a:solidFill>
            <a:ln cap="flat" cmpd="sng" w="5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00" lIns="53100" spcFirstLastPara="1" rIns="53100" wrap="square" tIns="53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3"/>
                <a:buFont typeface="Arial"/>
                <a:buNone/>
              </a:pPr>
              <a:r>
                <a:t/>
              </a:r>
              <a:endParaRPr b="0" i="0" sz="8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4" name="Google Shape;3284;p33"/>
            <p:cNvCxnSpPr>
              <a:stCxn id="3283" idx="0"/>
              <a:endCxn id="3283" idx="4"/>
            </p:cNvCxnSpPr>
            <p:nvPr/>
          </p:nvCxnSpPr>
          <p:spPr>
            <a:xfrm>
              <a:off x="7143700" y="938575"/>
              <a:ext cx="0" cy="24360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5" name="Google Shape;3285;p33"/>
            <p:cNvCxnSpPr>
              <a:stCxn id="3283" idx="2"/>
              <a:endCxn id="3283" idx="6"/>
            </p:cNvCxnSpPr>
            <p:nvPr/>
          </p:nvCxnSpPr>
          <p:spPr>
            <a:xfrm>
              <a:off x="7021900" y="1060375"/>
              <a:ext cx="243600" cy="0"/>
            </a:xfrm>
            <a:prstGeom prst="straightConnector1">
              <a:avLst/>
            </a:prstGeom>
            <a:noFill/>
            <a:ln cap="flat" cmpd="sng" w="165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86" name="Google Shape;3286;p33"/>
          <p:cNvSpPr txBox="1"/>
          <p:nvPr/>
        </p:nvSpPr>
        <p:spPr>
          <a:xfrm>
            <a:off x="420277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DAC3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7" name="Google Shape;3287;p33"/>
          <p:cNvSpPr txBox="1"/>
          <p:nvPr/>
        </p:nvSpPr>
        <p:spPr>
          <a:xfrm>
            <a:off x="465024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DAC2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33"/>
          <p:cNvSpPr txBox="1"/>
          <p:nvPr/>
        </p:nvSpPr>
        <p:spPr>
          <a:xfrm>
            <a:off x="5097710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DAC1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9" name="Google Shape;3289;p33"/>
          <p:cNvSpPr txBox="1"/>
          <p:nvPr/>
        </p:nvSpPr>
        <p:spPr>
          <a:xfrm>
            <a:off x="5545178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i="0" sz="800" u="none" cap="none" strike="noStrike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33"/>
          <p:cNvSpPr txBox="1"/>
          <p:nvPr/>
        </p:nvSpPr>
        <p:spPr>
          <a:xfrm>
            <a:off x="5992646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33"/>
          <p:cNvSpPr txBox="1"/>
          <p:nvPr/>
        </p:nvSpPr>
        <p:spPr>
          <a:xfrm>
            <a:off x="6440114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i="0" sz="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33"/>
          <p:cNvSpPr txBox="1"/>
          <p:nvPr/>
        </p:nvSpPr>
        <p:spPr>
          <a:xfrm>
            <a:off x="6887582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33"/>
          <p:cNvSpPr txBox="1"/>
          <p:nvPr/>
        </p:nvSpPr>
        <p:spPr>
          <a:xfrm>
            <a:off x="7335049" y="3138141"/>
            <a:ext cx="548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4" name="Google Shape;3294;p33"/>
          <p:cNvCxnSpPr/>
          <p:nvPr/>
        </p:nvCxnSpPr>
        <p:spPr>
          <a:xfrm>
            <a:off x="4100950" y="1725250"/>
            <a:ext cx="3721500" cy="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5" name="Google Shape;3295;p33"/>
          <p:cNvCxnSpPr/>
          <p:nvPr/>
        </p:nvCxnSpPr>
        <p:spPr>
          <a:xfrm>
            <a:off x="4100950" y="1948550"/>
            <a:ext cx="3717300" cy="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6" name="Google Shape;3296;p33"/>
          <p:cNvSpPr txBox="1"/>
          <p:nvPr/>
        </p:nvSpPr>
        <p:spPr>
          <a:xfrm>
            <a:off x="3813400" y="1802911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33"/>
          <p:cNvSpPr txBox="1"/>
          <p:nvPr/>
        </p:nvSpPr>
        <p:spPr>
          <a:xfrm>
            <a:off x="3813400" y="1579617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i="0" sz="8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8" name="Google Shape;3298;p33"/>
          <p:cNvCxnSpPr>
            <a:endCxn id="3299" idx="0"/>
          </p:cNvCxnSpPr>
          <p:nvPr/>
        </p:nvCxnSpPr>
        <p:spPr>
          <a:xfrm rot="10800000">
            <a:off x="4354881" y="1921860"/>
            <a:ext cx="0" cy="348300"/>
          </a:xfrm>
          <a:prstGeom prst="straightConnector1">
            <a:avLst/>
          </a:prstGeom>
          <a:noFill/>
          <a:ln cap="flat" cmpd="sng" w="1657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0" name="Google Shape;3300;p33"/>
          <p:cNvCxnSpPr>
            <a:endCxn id="3301" idx="4"/>
          </p:cNvCxnSpPr>
          <p:nvPr/>
        </p:nvCxnSpPr>
        <p:spPr>
          <a:xfrm rot="10800000">
            <a:off x="4942336" y="1751666"/>
            <a:ext cx="0" cy="511500"/>
          </a:xfrm>
          <a:prstGeom prst="straightConnector1">
            <a:avLst/>
          </a:prstGeom>
          <a:noFill/>
          <a:ln cap="flat" cmpd="sng" w="165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1" name="Google Shape;3301;p33"/>
          <p:cNvSpPr/>
          <p:nvPr/>
        </p:nvSpPr>
        <p:spPr>
          <a:xfrm>
            <a:off x="4914736" y="1698566"/>
            <a:ext cx="55200" cy="53100"/>
          </a:xfrm>
          <a:prstGeom prst="ellipse">
            <a:avLst/>
          </a:prstGeom>
          <a:solidFill>
            <a:srgbClr val="C0392B"/>
          </a:solidFill>
          <a:ln cap="flat" cmpd="sng" w="55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9" name="Google Shape;3299;p33"/>
          <p:cNvSpPr/>
          <p:nvPr/>
        </p:nvSpPr>
        <p:spPr>
          <a:xfrm>
            <a:off x="4327281" y="1921860"/>
            <a:ext cx="55200" cy="53100"/>
          </a:xfrm>
          <a:prstGeom prst="ellipse">
            <a:avLst/>
          </a:prstGeom>
          <a:solidFill>
            <a:srgbClr val="2980B9"/>
          </a:solidFill>
          <a:ln cap="flat" cmpd="sng" w="55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2" name="Google Shape;3302;p33"/>
          <p:cNvSpPr txBox="1"/>
          <p:nvPr/>
        </p:nvSpPr>
        <p:spPr>
          <a:xfrm>
            <a:off x="5204174" y="2619988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RL1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p33"/>
          <p:cNvSpPr txBox="1"/>
          <p:nvPr/>
        </p:nvSpPr>
        <p:spPr>
          <a:xfrm>
            <a:off x="5778729" y="2602904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RL2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33"/>
          <p:cNvSpPr txBox="1"/>
          <p:nvPr/>
        </p:nvSpPr>
        <p:spPr>
          <a:xfrm>
            <a:off x="6331664" y="260116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RL3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33"/>
          <p:cNvSpPr txBox="1"/>
          <p:nvPr/>
        </p:nvSpPr>
        <p:spPr>
          <a:xfrm>
            <a:off x="6860874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RL4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33"/>
          <p:cNvSpPr txBox="1"/>
          <p:nvPr/>
        </p:nvSpPr>
        <p:spPr>
          <a:xfrm>
            <a:off x="7437500" y="2600047"/>
            <a:ext cx="300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RL5</a:t>
            </a:r>
            <a:endParaRPr i="0" sz="8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33"/>
          <p:cNvSpPr txBox="1"/>
          <p:nvPr/>
        </p:nvSpPr>
        <p:spPr>
          <a:xfrm>
            <a:off x="4120623" y="2600055"/>
            <a:ext cx="204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i="0" lang="en-US" sz="8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i="0" sz="800" u="none" cap="none" strike="noStrike">
              <a:solidFill>
                <a:srgbClr val="2980B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8" name="Google Shape;3308;p33"/>
          <p:cNvCxnSpPr/>
          <p:nvPr/>
        </p:nvCxnSpPr>
        <p:spPr>
          <a:xfrm rot="10800000">
            <a:off x="4150600" y="4317254"/>
            <a:ext cx="3745800" cy="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9" name="Google Shape;3309;p33"/>
          <p:cNvCxnSpPr>
            <a:endCxn id="3310" idx="4"/>
          </p:cNvCxnSpPr>
          <p:nvPr/>
        </p:nvCxnSpPr>
        <p:spPr>
          <a:xfrm>
            <a:off x="5819806" y="3536220"/>
            <a:ext cx="2700" cy="801000"/>
          </a:xfrm>
          <a:prstGeom prst="straightConnector1">
            <a:avLst/>
          </a:prstGeom>
          <a:noFill/>
          <a:ln cap="flat" cmpd="sng" w="1657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0" name="Google Shape;3310;p33"/>
          <p:cNvSpPr/>
          <p:nvPr/>
        </p:nvSpPr>
        <p:spPr>
          <a:xfrm>
            <a:off x="5794906" y="4284120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1" name="Google Shape;331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33"/>
          <p:cNvSpPr txBox="1"/>
          <p:nvPr/>
        </p:nvSpPr>
        <p:spPr>
          <a:xfrm>
            <a:off x="7918975" y="4165025"/>
            <a:ext cx="333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lang="en-US" sz="8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 V</a:t>
            </a:r>
            <a:endParaRPr sz="8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3" name="Google Shape;3313;p33"/>
          <p:cNvGraphicFramePr/>
          <p:nvPr/>
        </p:nvGraphicFramePr>
        <p:xfrm>
          <a:off x="386025" y="59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{74D4EA5F-45F8-48AB-9991-262962A37A25}</a:tableStyleId>
              </a:tblPr>
              <a:tblGrid>
                <a:gridCol w="1234950"/>
                <a:gridCol w="1331000"/>
                <a:gridCol w="1250800"/>
                <a:gridCol w="1443625"/>
                <a:gridCol w="29103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 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 Supply</a:t>
                      </a:r>
                      <a:endParaRPr b="1" sz="9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PIR Motion Detector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8E44A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or S2 + G (0V ref)</a:t>
                      </a:r>
                      <a:endParaRPr sz="900" u="none" cap="none" strike="noStrike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ON/OFF (dry contact)</a:t>
                      </a:r>
                      <a:endParaRPr sz="900">
                        <a:solidFill>
                          <a:srgbClr val="1E1E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External (separate PSU)</a:t>
                      </a:r>
                      <a:endParaRPr sz="9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14" name="Google Shape;3314;p33"/>
          <p:cNvSpPr/>
          <p:nvPr/>
        </p:nvSpPr>
        <p:spPr>
          <a:xfrm>
            <a:off x="386030" y="1646095"/>
            <a:ext cx="26517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33"/>
          <p:cNvSpPr/>
          <p:nvPr/>
        </p:nvSpPr>
        <p:spPr>
          <a:xfrm>
            <a:off x="386030" y="1646095"/>
            <a:ext cx="2651700" cy="2925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WIRING NOTES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33"/>
          <p:cNvSpPr/>
          <p:nvPr/>
        </p:nvSpPr>
        <p:spPr>
          <a:xfrm>
            <a:off x="492675" y="2008875"/>
            <a:ext cx="243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Connect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PIR dry contact output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between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(or S2) and </a:t>
            </a: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sz="900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Char char="•"/>
            </a:pPr>
            <a:r>
              <a:rPr b="1" lang="en-US" sz="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PIR requires its own PSU</a:t>
            </a:r>
            <a:br>
              <a:rPr b="1" lang="en-US" sz="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Refer to PIR sensor manual for power supply specifications</a:t>
            </a:r>
            <a:endParaRPr b="1" sz="90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33"/>
          <p:cNvSpPr/>
          <p:nvPr/>
        </p:nvSpPr>
        <p:spPr>
          <a:xfrm>
            <a:off x="386075" y="3131125"/>
            <a:ext cx="2651700" cy="10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33"/>
          <p:cNvSpPr/>
          <p:nvPr/>
        </p:nvSpPr>
        <p:spPr>
          <a:xfrm>
            <a:off x="386080" y="3131125"/>
            <a:ext cx="2651700" cy="292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33"/>
          <p:cNvSpPr/>
          <p:nvPr/>
        </p:nvSpPr>
        <p:spPr>
          <a:xfrm>
            <a:off x="568950" y="3469451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Sensor type must be configured: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thermostat parameter screen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Char char="•"/>
            </a:pPr>
            <a:r>
              <a:rPr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Via AGRID </a:t>
            </a: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 (or via BMS)</a:t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33"/>
          <p:cNvSpPr/>
          <p:nvPr/>
        </p:nvSpPr>
        <p:spPr>
          <a:xfrm>
            <a:off x="7141537" y="4288882"/>
            <a:ext cx="55200" cy="53100"/>
          </a:xfrm>
          <a:prstGeom prst="ellipse">
            <a:avLst/>
          </a:prstGeom>
          <a:solidFill>
            <a:srgbClr val="27AE60"/>
          </a:solidFill>
          <a:ln cap="flat" cmpd="sng" w="55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t/>
            </a:r>
            <a:endParaRPr b="0" i="0" sz="8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1" name="Google Shape;3321;p33"/>
          <p:cNvGrpSpPr/>
          <p:nvPr/>
        </p:nvGrpSpPr>
        <p:grpSpPr>
          <a:xfrm>
            <a:off x="7070735" y="3713899"/>
            <a:ext cx="119019" cy="602573"/>
            <a:chOff x="5994550" y="3527588"/>
            <a:chExt cx="229500" cy="1242675"/>
          </a:xfrm>
        </p:grpSpPr>
        <p:cxnSp>
          <p:nvCxnSpPr>
            <p:cNvPr id="3322" name="Google Shape;3322;p33"/>
            <p:cNvCxnSpPr/>
            <p:nvPr/>
          </p:nvCxnSpPr>
          <p:spPr>
            <a:xfrm rot="-5400000">
              <a:off x="5996350" y="4579763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3" name="Google Shape;3323;p33"/>
            <p:cNvCxnSpPr/>
            <p:nvPr/>
          </p:nvCxnSpPr>
          <p:spPr>
            <a:xfrm flipH="1" rot="5400000">
              <a:off x="5926900" y="4081013"/>
              <a:ext cx="309300" cy="17400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4" name="Google Shape;3324;p33"/>
            <p:cNvCxnSpPr/>
            <p:nvPr/>
          </p:nvCxnSpPr>
          <p:spPr>
            <a:xfrm rot="-5400000">
              <a:off x="5996350" y="3718088"/>
              <a:ext cx="381000" cy="0"/>
            </a:xfrm>
            <a:prstGeom prst="straightConnector1">
              <a:avLst/>
            </a:prstGeom>
            <a:noFill/>
            <a:ln cap="flat" cmpd="sng" w="1480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25" name="Google Shape;3325;p33"/>
            <p:cNvSpPr/>
            <p:nvPr/>
          </p:nvSpPr>
          <p:spPr>
            <a:xfrm rot="-5400000">
              <a:off x="6149800" y="4315013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33"/>
            <p:cNvSpPr/>
            <p:nvPr/>
          </p:nvSpPr>
          <p:spPr>
            <a:xfrm rot="-5400000">
              <a:off x="6149800" y="3908438"/>
              <a:ext cx="74100" cy="74400"/>
            </a:xfrm>
            <a:prstGeom prst="ellipse">
              <a:avLst/>
            </a:prstGeom>
            <a:noFill/>
            <a:ln cap="flat" cmpd="sng" w="4950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400" lIns="47400" spcFirstLastPara="1" rIns="47400" wrap="square" tIns="4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6"/>
                <a:buFont typeface="Arial"/>
                <a:buNone/>
              </a:pPr>
              <a:r>
                <a:t/>
              </a:r>
              <a:endParaRPr b="0" i="0" sz="7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7" name="Google Shape;3327;p33"/>
          <p:cNvSpPr txBox="1"/>
          <p:nvPr/>
        </p:nvSpPr>
        <p:spPr>
          <a:xfrm>
            <a:off x="7309500" y="3902975"/>
            <a:ext cx="247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00" lIns="53100" spcFirstLastPara="1" rIns="53100" wrap="square" tIns="5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lang="en-US" sz="800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PIR</a:t>
            </a:r>
            <a:endParaRPr i="0" sz="800" u="none" cap="none" strike="noStrike">
              <a:solidFill>
                <a:srgbClr val="8E4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33"/>
          <p:cNvSpPr/>
          <p:nvPr/>
        </p:nvSpPr>
        <p:spPr>
          <a:xfrm>
            <a:off x="6990225" y="3792275"/>
            <a:ext cx="333600" cy="44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9" name="Google Shape;3329;p33"/>
          <p:cNvCxnSpPr/>
          <p:nvPr/>
        </p:nvCxnSpPr>
        <p:spPr>
          <a:xfrm>
            <a:off x="7335500" y="3878000"/>
            <a:ext cx="485700" cy="0"/>
          </a:xfrm>
          <a:prstGeom prst="straightConnector1">
            <a:avLst/>
          </a:prstGeom>
          <a:noFill/>
          <a:ln cap="flat" cmpd="sng" w="9525">
            <a:solidFill>
              <a:srgbClr val="C0392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30" name="Google Shape;3330;p33"/>
          <p:cNvSpPr txBox="1"/>
          <p:nvPr/>
        </p:nvSpPr>
        <p:spPr>
          <a:xfrm>
            <a:off x="7844025" y="3714500"/>
            <a:ext cx="602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Ext PSU</a:t>
            </a:r>
            <a:endParaRPr sz="90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33"/>
          <p:cNvSpPr/>
          <p:nvPr/>
        </p:nvSpPr>
        <p:spPr>
          <a:xfrm>
            <a:off x="382800" y="4579850"/>
            <a:ext cx="8378400" cy="444900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300"/>
              <a:buFont typeface="Arial"/>
              <a:buNone/>
            </a:pPr>
            <a:r>
              <a:rPr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1"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The PIR sensor requires an external power supply. </a:t>
            </a:r>
            <a:r>
              <a:rPr lang="en-US" sz="1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Refer to the PIR sensor's instructions to ensure proper galvanic isolation and safety when connecting it to the thermostat. The external PSU must be isolated from the thermostat's low-voltage zone.</a:t>
            </a:r>
            <a:endParaRPr b="1" sz="100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p3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34"/>
          <p:cNvSpPr/>
          <p:nvPr/>
        </p:nvSpPr>
        <p:spPr>
          <a:xfrm>
            <a:off x="731520" y="1371600"/>
            <a:ext cx="7680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AGRID</a:t>
            </a:r>
            <a:endParaRPr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34"/>
          <p:cNvSpPr/>
          <p:nvPr/>
        </p:nvSpPr>
        <p:spPr>
          <a:xfrm>
            <a:off x="731520" y="214884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Fan Coil Thermostat — AGR25-01</a:t>
            </a:r>
            <a:endParaRPr sz="1600">
              <a:solidFill>
                <a:srgbClr val="D6E4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34"/>
          <p:cNvSpPr/>
          <p:nvPr/>
        </p:nvSpPr>
        <p:spPr>
          <a:xfrm>
            <a:off x="3657600" y="2743200"/>
            <a:ext cx="1828800" cy="273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34"/>
          <p:cNvSpPr/>
          <p:nvPr/>
        </p:nvSpPr>
        <p:spPr>
          <a:xfrm>
            <a:off x="1828800" y="301752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Full manual: </a:t>
            </a:r>
            <a:r>
              <a:rPr b="1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docs.a-grid.com/fan-coil/agr25-01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Support: </a:t>
            </a:r>
            <a:r>
              <a:rPr lang="en-US" sz="12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@a-grid.com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34"/>
          <p:cNvSpPr/>
          <p:nvPr/>
        </p:nvSpPr>
        <p:spPr>
          <a:xfrm>
            <a:off x="914400" y="393192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Manufacturer: Beijing Breeze Technology Co., Ltd.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Importer: AGRID SAS — 33 rue du Faubourg Saint-Antoine, 75011 Paris, France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3" name="Google Shape;33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800" y="3600487"/>
            <a:ext cx="1048477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44" name="Google Shape;334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5" name="Google Shape;3345;p34"/>
          <p:cNvSpPr txBox="1"/>
          <p:nvPr/>
        </p:nvSpPr>
        <p:spPr>
          <a:xfrm>
            <a:off x="284800" y="4700000"/>
            <a:ext cx="1376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Rév 1.0 Avril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